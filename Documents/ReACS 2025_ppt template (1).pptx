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cMr+sUzRKoApbML0BS4yz/WM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6374B-7FEA-4293-AE7D-CF8D26748AEA}" v="88" dt="2025-12-18T14:58:28.947"/>
  </p1510:revLst>
</p1510:revInfo>
</file>

<file path=ppt/tableStyles.xml><?xml version="1.0" encoding="utf-8"?>
<a:tblStyleLst xmlns:a="http://schemas.openxmlformats.org/drawingml/2006/main" def="{2938C9F2-F6C0-49DF-A3E0-D3A70B348328}">
  <a:tblStyle styleId="{2938C9F2-F6C0-49DF-A3E0-D3A70B3483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0"/>
      </p:cViewPr>
      <p:guideLst>
        <p:guide orient="horz" pos="43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GHAL BABAR" userId="5e38c1a087bcc1af" providerId="LiveId" clId="{E9F6374B-7FEA-4293-AE7D-CF8D26748AEA}"/>
    <pc:docChg chg="undo custSel addSld delSld modSld">
      <pc:chgData name="MOGHAL BABAR" userId="5e38c1a087bcc1af" providerId="LiveId" clId="{E9F6374B-7FEA-4293-AE7D-CF8D26748AEA}" dt="2025-12-18T14:59:08.883" v="639" actId="113"/>
      <pc:docMkLst>
        <pc:docMk/>
      </pc:docMkLst>
      <pc:sldChg chg="addSp delSp modSp mod">
        <pc:chgData name="MOGHAL BABAR" userId="5e38c1a087bcc1af" providerId="LiveId" clId="{E9F6374B-7FEA-4293-AE7D-CF8D26748AEA}" dt="2025-12-18T14:59:08.883" v="639" actId="113"/>
        <pc:sldMkLst>
          <pc:docMk/>
          <pc:sldMk cId="0" sldId="256"/>
        </pc:sldMkLst>
        <pc:spChg chg="mod">
          <ac:chgData name="MOGHAL BABAR" userId="5e38c1a087bcc1af" providerId="LiveId" clId="{E9F6374B-7FEA-4293-AE7D-CF8D26748AEA}" dt="2025-12-18T13:21:01.782" v="16" actId="255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MOGHAL BABAR" userId="5e38c1a087bcc1af" providerId="LiveId" clId="{E9F6374B-7FEA-4293-AE7D-CF8D26748AEA}" dt="2025-12-18T14:59:08.883" v="639" actId="113"/>
          <ac:spMkLst>
            <pc:docMk/>
            <pc:sldMk cId="0" sldId="256"/>
            <ac:spMk id="14" creationId="{00000000-0000-0000-0000-000000000000}"/>
          </ac:spMkLst>
        </pc:spChg>
        <pc:picChg chg="del mod">
          <ac:chgData name="MOGHAL BABAR" userId="5e38c1a087bcc1af" providerId="LiveId" clId="{E9F6374B-7FEA-4293-AE7D-CF8D26748AEA}" dt="2025-12-18T13:22:21.799" v="23" actId="478"/>
          <ac:picMkLst>
            <pc:docMk/>
            <pc:sldMk cId="0" sldId="256"/>
            <ac:picMk id="5" creationId="{00000000-0000-0000-0000-000000000000}"/>
          </ac:picMkLst>
        </pc:picChg>
        <pc:picChg chg="mod">
          <ac:chgData name="MOGHAL BABAR" userId="5e38c1a087bcc1af" providerId="LiveId" clId="{E9F6374B-7FEA-4293-AE7D-CF8D26748AEA}" dt="2025-12-18T13:23:45.972" v="29" actId="14100"/>
          <ac:picMkLst>
            <pc:docMk/>
            <pc:sldMk cId="0" sldId="256"/>
            <ac:picMk id="8" creationId="{C48BBAFA-3E27-28F4-E0C6-9ACE6F64E04D}"/>
          </ac:picMkLst>
        </pc:picChg>
        <pc:picChg chg="add mod">
          <ac:chgData name="MOGHAL BABAR" userId="5e38c1a087bcc1af" providerId="LiveId" clId="{E9F6374B-7FEA-4293-AE7D-CF8D26748AEA}" dt="2025-12-18T13:20:38.133" v="14" actId="14100"/>
          <ac:picMkLst>
            <pc:docMk/>
            <pc:sldMk cId="0" sldId="256"/>
            <ac:picMk id="1026" creationId="{9AFD79F9-284A-9C14-5036-E8FF02D5383B}"/>
          </ac:picMkLst>
        </pc:picChg>
        <pc:picChg chg="add mod">
          <ac:chgData name="MOGHAL BABAR" userId="5e38c1a087bcc1af" providerId="LiveId" clId="{E9F6374B-7FEA-4293-AE7D-CF8D26748AEA}" dt="2025-12-18T13:22:38.674" v="24" actId="1076"/>
          <ac:picMkLst>
            <pc:docMk/>
            <pc:sldMk cId="0" sldId="256"/>
            <ac:picMk id="1028" creationId="{A9E40E8E-B519-D607-CDAE-DAA94BB15228}"/>
          </ac:picMkLst>
        </pc:picChg>
      </pc:sldChg>
      <pc:sldChg chg="modSp del mod">
        <pc:chgData name="MOGHAL BABAR" userId="5e38c1a087bcc1af" providerId="LiveId" clId="{E9F6374B-7FEA-4293-AE7D-CF8D26748AEA}" dt="2025-12-18T13:42:02.769" v="287" actId="2696"/>
        <pc:sldMkLst>
          <pc:docMk/>
          <pc:sldMk cId="0" sldId="257"/>
        </pc:sldMkLst>
        <pc:spChg chg="mod">
          <ac:chgData name="MOGHAL BABAR" userId="5e38c1a087bcc1af" providerId="LiveId" clId="{E9F6374B-7FEA-4293-AE7D-CF8D26748AEA}" dt="2025-12-18T13:40:08.634" v="286" actId="5793"/>
          <ac:spMkLst>
            <pc:docMk/>
            <pc:sldMk cId="0" sldId="257"/>
            <ac:spMk id="4" creationId="{2B792F98-BE20-DB17-CBE1-7550286C2935}"/>
          </ac:spMkLst>
        </pc:spChg>
      </pc:sldChg>
      <pc:sldChg chg="addSp delSp modSp new mod">
        <pc:chgData name="MOGHAL BABAR" userId="5e38c1a087bcc1af" providerId="LiveId" clId="{E9F6374B-7FEA-4293-AE7D-CF8D26748AEA}" dt="2025-12-18T14:38:36.051" v="508" actId="14100"/>
        <pc:sldMkLst>
          <pc:docMk/>
          <pc:sldMk cId="3241641702" sldId="258"/>
        </pc:sldMkLst>
        <pc:spChg chg="mod">
          <ac:chgData name="MOGHAL BABAR" userId="5e38c1a087bcc1af" providerId="LiveId" clId="{E9F6374B-7FEA-4293-AE7D-CF8D26748AEA}" dt="2025-12-18T13:45:43.715" v="331" actId="207"/>
          <ac:spMkLst>
            <pc:docMk/>
            <pc:sldMk cId="3241641702" sldId="258"/>
            <ac:spMk id="2" creationId="{86851C4E-D7F9-5D60-8910-CE0B6D83B8BF}"/>
          </ac:spMkLst>
        </pc:spChg>
        <pc:spChg chg="del">
          <ac:chgData name="MOGHAL BABAR" userId="5e38c1a087bcc1af" providerId="LiveId" clId="{E9F6374B-7FEA-4293-AE7D-CF8D26748AEA}" dt="2025-12-18T13:45:06.961" v="328"/>
          <ac:spMkLst>
            <pc:docMk/>
            <pc:sldMk cId="3241641702" sldId="258"/>
            <ac:spMk id="3" creationId="{3F8D66F6-3B00-1F8F-CC06-915AFF6C0D7E}"/>
          </ac:spMkLst>
        </pc:spChg>
        <pc:spChg chg="add mod">
          <ac:chgData name="MOGHAL BABAR" userId="5e38c1a087bcc1af" providerId="LiveId" clId="{E9F6374B-7FEA-4293-AE7D-CF8D26748AEA}" dt="2025-12-18T13:55:22.549" v="349" actId="14100"/>
          <ac:spMkLst>
            <pc:docMk/>
            <pc:sldMk cId="3241641702" sldId="258"/>
            <ac:spMk id="4" creationId="{87B8A7D0-D056-A1B0-2B39-6FF49573B0E2}"/>
          </ac:spMkLst>
        </pc:spChg>
        <pc:spChg chg="add mod">
          <ac:chgData name="MOGHAL BABAR" userId="5e38c1a087bcc1af" providerId="LiveId" clId="{E9F6374B-7FEA-4293-AE7D-CF8D26748AEA}" dt="2025-12-18T13:55:17.149" v="348" actId="14100"/>
          <ac:spMkLst>
            <pc:docMk/>
            <pc:sldMk cId="3241641702" sldId="258"/>
            <ac:spMk id="5" creationId="{5E20BB77-2DA0-CCAE-66C8-5CB4F162CFA6}"/>
          </ac:spMkLst>
        </pc:spChg>
        <pc:spChg chg="add mod">
          <ac:chgData name="MOGHAL BABAR" userId="5e38c1a087bcc1af" providerId="LiveId" clId="{E9F6374B-7FEA-4293-AE7D-CF8D26748AEA}" dt="2025-12-18T14:38:36.051" v="508" actId="14100"/>
          <ac:spMkLst>
            <pc:docMk/>
            <pc:sldMk cId="3241641702" sldId="258"/>
            <ac:spMk id="6" creationId="{3C170661-E59C-ADE7-34FC-AA43383F9883}"/>
          </ac:spMkLst>
        </pc:spChg>
      </pc:sldChg>
      <pc:sldChg chg="addSp delSp modSp new mod">
        <pc:chgData name="MOGHAL BABAR" userId="5e38c1a087bcc1af" providerId="LiveId" clId="{E9F6374B-7FEA-4293-AE7D-CF8D26748AEA}" dt="2025-12-18T14:38:58.707" v="509" actId="113"/>
        <pc:sldMkLst>
          <pc:docMk/>
          <pc:sldMk cId="2094923342" sldId="259"/>
        </pc:sldMkLst>
        <pc:spChg chg="mod">
          <ac:chgData name="MOGHAL BABAR" userId="5e38c1a087bcc1af" providerId="LiveId" clId="{E9F6374B-7FEA-4293-AE7D-CF8D26748AEA}" dt="2025-12-18T14:36:39.932" v="497" actId="2711"/>
          <ac:spMkLst>
            <pc:docMk/>
            <pc:sldMk cId="2094923342" sldId="259"/>
            <ac:spMk id="2" creationId="{AA61E7EA-348D-61B1-61EF-2AF6E876591C}"/>
          </ac:spMkLst>
        </pc:spChg>
        <pc:spChg chg="del">
          <ac:chgData name="MOGHAL BABAR" userId="5e38c1a087bcc1af" providerId="LiveId" clId="{E9F6374B-7FEA-4293-AE7D-CF8D26748AEA}" dt="2025-12-18T13:59:19.336" v="364"/>
          <ac:spMkLst>
            <pc:docMk/>
            <pc:sldMk cId="2094923342" sldId="259"/>
            <ac:spMk id="3" creationId="{8461371A-26F0-B8EE-F419-022BED6935FF}"/>
          </ac:spMkLst>
        </pc:spChg>
        <pc:spChg chg="add mod">
          <ac:chgData name="MOGHAL BABAR" userId="5e38c1a087bcc1af" providerId="LiveId" clId="{E9F6374B-7FEA-4293-AE7D-CF8D26748AEA}" dt="2025-12-18T14:36:56.691" v="498" actId="2711"/>
          <ac:spMkLst>
            <pc:docMk/>
            <pc:sldMk cId="2094923342" sldId="259"/>
            <ac:spMk id="4" creationId="{23B43658-BD11-6A7C-CAF8-C6127AC110D3}"/>
          </ac:spMkLst>
        </pc:spChg>
        <pc:spChg chg="add mod">
          <ac:chgData name="MOGHAL BABAR" userId="5e38c1a087bcc1af" providerId="LiveId" clId="{E9F6374B-7FEA-4293-AE7D-CF8D26748AEA}" dt="2025-12-18T14:38:58.707" v="509" actId="113"/>
          <ac:spMkLst>
            <pc:docMk/>
            <pc:sldMk cId="2094923342" sldId="259"/>
            <ac:spMk id="5" creationId="{12326FE3-9367-CA05-BD4E-01E41267A7EC}"/>
          </ac:spMkLst>
        </pc:spChg>
      </pc:sldChg>
      <pc:sldChg chg="addSp delSp modSp new mod">
        <pc:chgData name="MOGHAL BABAR" userId="5e38c1a087bcc1af" providerId="LiveId" clId="{E9F6374B-7FEA-4293-AE7D-CF8D26748AEA}" dt="2025-12-18T14:40:32.599" v="518" actId="14100"/>
        <pc:sldMkLst>
          <pc:docMk/>
          <pc:sldMk cId="604105434" sldId="260"/>
        </pc:sldMkLst>
        <pc:spChg chg="mod">
          <ac:chgData name="MOGHAL BABAR" userId="5e38c1a087bcc1af" providerId="LiveId" clId="{E9F6374B-7FEA-4293-AE7D-CF8D26748AEA}" dt="2025-12-18T14:39:41.409" v="511" actId="2711"/>
          <ac:spMkLst>
            <pc:docMk/>
            <pc:sldMk cId="604105434" sldId="260"/>
            <ac:spMk id="2" creationId="{8A2AF8B6-CD5A-1756-6F96-294A1BE7682B}"/>
          </ac:spMkLst>
        </pc:spChg>
        <pc:spChg chg="del">
          <ac:chgData name="MOGHAL BABAR" userId="5e38c1a087bcc1af" providerId="LiveId" clId="{E9F6374B-7FEA-4293-AE7D-CF8D26748AEA}" dt="2025-12-18T14:01:29.388" v="375"/>
          <ac:spMkLst>
            <pc:docMk/>
            <pc:sldMk cId="604105434" sldId="260"/>
            <ac:spMk id="3" creationId="{1B03C7C4-1F01-29FF-1E67-96A440D2C173}"/>
          </ac:spMkLst>
        </pc:spChg>
        <pc:spChg chg="add mod">
          <ac:chgData name="MOGHAL BABAR" userId="5e38c1a087bcc1af" providerId="LiveId" clId="{E9F6374B-7FEA-4293-AE7D-CF8D26748AEA}" dt="2025-12-18T14:39:30.890" v="510" actId="2711"/>
          <ac:spMkLst>
            <pc:docMk/>
            <pc:sldMk cId="604105434" sldId="260"/>
            <ac:spMk id="4" creationId="{0B8961F3-1690-3D0D-7117-D244519092EB}"/>
          </ac:spMkLst>
        </pc:spChg>
        <pc:spChg chg="add mod">
          <ac:chgData name="MOGHAL BABAR" userId="5e38c1a087bcc1af" providerId="LiveId" clId="{E9F6374B-7FEA-4293-AE7D-CF8D26748AEA}" dt="2025-12-18T14:40:32.599" v="518" actId="14100"/>
          <ac:spMkLst>
            <pc:docMk/>
            <pc:sldMk cId="604105434" sldId="260"/>
            <ac:spMk id="5" creationId="{E1CDB263-9002-123F-C6CD-6B13D67F8D15}"/>
          </ac:spMkLst>
        </pc:spChg>
      </pc:sldChg>
      <pc:sldChg chg="addSp delSp modSp new mod">
        <pc:chgData name="MOGHAL BABAR" userId="5e38c1a087bcc1af" providerId="LiveId" clId="{E9F6374B-7FEA-4293-AE7D-CF8D26748AEA}" dt="2025-12-18T14:41:44.933" v="526" actId="14100"/>
        <pc:sldMkLst>
          <pc:docMk/>
          <pc:sldMk cId="1446893065" sldId="261"/>
        </pc:sldMkLst>
        <pc:spChg chg="mod">
          <ac:chgData name="MOGHAL BABAR" userId="5e38c1a087bcc1af" providerId="LiveId" clId="{E9F6374B-7FEA-4293-AE7D-CF8D26748AEA}" dt="2025-12-18T14:04:20.859" v="384" actId="207"/>
          <ac:spMkLst>
            <pc:docMk/>
            <pc:sldMk cId="1446893065" sldId="261"/>
            <ac:spMk id="2" creationId="{1A98F07E-0DA5-A9D1-1251-38667898C475}"/>
          </ac:spMkLst>
        </pc:spChg>
        <pc:spChg chg="del">
          <ac:chgData name="MOGHAL BABAR" userId="5e38c1a087bcc1af" providerId="LiveId" clId="{E9F6374B-7FEA-4293-AE7D-CF8D26748AEA}" dt="2025-12-18T14:04:36.836" v="385"/>
          <ac:spMkLst>
            <pc:docMk/>
            <pc:sldMk cId="1446893065" sldId="261"/>
            <ac:spMk id="3" creationId="{7B7FD63E-A61B-84DB-3E2D-B2687FCCF693}"/>
          </ac:spMkLst>
        </pc:spChg>
        <pc:spChg chg="add mod">
          <ac:chgData name="MOGHAL BABAR" userId="5e38c1a087bcc1af" providerId="LiveId" clId="{E9F6374B-7FEA-4293-AE7D-CF8D26748AEA}" dt="2025-12-18T14:41:06.112" v="520" actId="14100"/>
          <ac:spMkLst>
            <pc:docMk/>
            <pc:sldMk cId="1446893065" sldId="261"/>
            <ac:spMk id="4" creationId="{6CB8AFF0-3B72-266A-1ECC-8E997F024156}"/>
          </ac:spMkLst>
        </pc:spChg>
        <pc:spChg chg="add mod">
          <ac:chgData name="MOGHAL BABAR" userId="5e38c1a087bcc1af" providerId="LiveId" clId="{E9F6374B-7FEA-4293-AE7D-CF8D26748AEA}" dt="2025-12-18T14:41:44.933" v="526" actId="14100"/>
          <ac:spMkLst>
            <pc:docMk/>
            <pc:sldMk cId="1446893065" sldId="261"/>
            <ac:spMk id="5" creationId="{5659A0B1-D36D-2BC7-3A6C-94B267AA7D12}"/>
          </ac:spMkLst>
        </pc:spChg>
      </pc:sldChg>
      <pc:sldChg chg="addSp delSp modSp new mod">
        <pc:chgData name="MOGHAL BABAR" userId="5e38c1a087bcc1af" providerId="LiveId" clId="{E9F6374B-7FEA-4293-AE7D-CF8D26748AEA}" dt="2025-12-18T14:43:11.366" v="535" actId="113"/>
        <pc:sldMkLst>
          <pc:docMk/>
          <pc:sldMk cId="1242114050" sldId="262"/>
        </pc:sldMkLst>
        <pc:spChg chg="mod">
          <ac:chgData name="MOGHAL BABAR" userId="5e38c1a087bcc1af" providerId="LiveId" clId="{E9F6374B-7FEA-4293-AE7D-CF8D26748AEA}" dt="2025-12-18T14:42:15.911" v="527" actId="14100"/>
          <ac:spMkLst>
            <pc:docMk/>
            <pc:sldMk cId="1242114050" sldId="262"/>
            <ac:spMk id="2" creationId="{8DF0A700-8408-D89E-E68F-E93F50816B97}"/>
          </ac:spMkLst>
        </pc:spChg>
        <pc:spChg chg="del">
          <ac:chgData name="MOGHAL BABAR" userId="5e38c1a087bcc1af" providerId="LiveId" clId="{E9F6374B-7FEA-4293-AE7D-CF8D26748AEA}" dt="2025-12-18T14:06:06.349" v="392"/>
          <ac:spMkLst>
            <pc:docMk/>
            <pc:sldMk cId="1242114050" sldId="262"/>
            <ac:spMk id="3" creationId="{5DD5F9BC-395A-6412-47F4-65E6D04F42CF}"/>
          </ac:spMkLst>
        </pc:spChg>
        <pc:spChg chg="add mod">
          <ac:chgData name="MOGHAL BABAR" userId="5e38c1a087bcc1af" providerId="LiveId" clId="{E9F6374B-7FEA-4293-AE7D-CF8D26748AEA}" dt="2025-12-18T14:42:33.939" v="528" actId="2711"/>
          <ac:spMkLst>
            <pc:docMk/>
            <pc:sldMk cId="1242114050" sldId="262"/>
            <ac:spMk id="4" creationId="{B92BFCA0-EBAA-9A69-9177-FCD186BE33B5}"/>
          </ac:spMkLst>
        </pc:spChg>
        <pc:spChg chg="add mod">
          <ac:chgData name="MOGHAL BABAR" userId="5e38c1a087bcc1af" providerId="LiveId" clId="{E9F6374B-7FEA-4293-AE7D-CF8D26748AEA}" dt="2025-12-18T14:43:11.366" v="535" actId="113"/>
          <ac:spMkLst>
            <pc:docMk/>
            <pc:sldMk cId="1242114050" sldId="262"/>
            <ac:spMk id="5" creationId="{0970762D-742A-F56D-B975-7DD88C17440D}"/>
          </ac:spMkLst>
        </pc:spChg>
      </pc:sldChg>
      <pc:sldChg chg="addSp modSp new mod">
        <pc:chgData name="MOGHAL BABAR" userId="5e38c1a087bcc1af" providerId="LiveId" clId="{E9F6374B-7FEA-4293-AE7D-CF8D26748AEA}" dt="2025-12-18T14:48:17.693" v="555" actId="14100"/>
        <pc:sldMkLst>
          <pc:docMk/>
          <pc:sldMk cId="2842060671" sldId="263"/>
        </pc:sldMkLst>
        <pc:spChg chg="mod">
          <ac:chgData name="MOGHAL BABAR" userId="5e38c1a087bcc1af" providerId="LiveId" clId="{E9F6374B-7FEA-4293-AE7D-CF8D26748AEA}" dt="2025-12-18T14:43:35.407" v="536" actId="2711"/>
          <ac:spMkLst>
            <pc:docMk/>
            <pc:sldMk cId="2842060671" sldId="263"/>
            <ac:spMk id="2" creationId="{7056FC90-5DE2-23B5-A03B-55C666A3DBDD}"/>
          </ac:spMkLst>
        </pc:spChg>
        <pc:spChg chg="mod">
          <ac:chgData name="MOGHAL BABAR" userId="5e38c1a087bcc1af" providerId="LiveId" clId="{E9F6374B-7FEA-4293-AE7D-CF8D26748AEA}" dt="2025-12-18T14:48:17.693" v="555" actId="14100"/>
          <ac:spMkLst>
            <pc:docMk/>
            <pc:sldMk cId="2842060671" sldId="263"/>
            <ac:spMk id="3" creationId="{A1D71E86-E246-E14B-850D-C2C9043AE6A4}"/>
          </ac:spMkLst>
        </pc:spChg>
        <pc:spChg chg="add mod">
          <ac:chgData name="MOGHAL BABAR" userId="5e38c1a087bcc1af" providerId="LiveId" clId="{E9F6374B-7FEA-4293-AE7D-CF8D26748AEA}" dt="2025-12-18T14:48:10.916" v="554" actId="14100"/>
          <ac:spMkLst>
            <pc:docMk/>
            <pc:sldMk cId="2842060671" sldId="263"/>
            <ac:spMk id="4" creationId="{7E88FE40-99C8-94EF-1505-0B51208B0961}"/>
          </ac:spMkLst>
        </pc:spChg>
      </pc:sldChg>
      <pc:sldChg chg="addSp modSp new mod">
        <pc:chgData name="MOGHAL BABAR" userId="5e38c1a087bcc1af" providerId="LiveId" clId="{E9F6374B-7FEA-4293-AE7D-CF8D26748AEA}" dt="2025-12-18T14:49:37.238" v="564" actId="113"/>
        <pc:sldMkLst>
          <pc:docMk/>
          <pc:sldMk cId="3220253444" sldId="264"/>
        </pc:sldMkLst>
        <pc:spChg chg="mod">
          <ac:chgData name="MOGHAL BABAR" userId="5e38c1a087bcc1af" providerId="LiveId" clId="{E9F6374B-7FEA-4293-AE7D-CF8D26748AEA}" dt="2025-12-18T14:48:42.175" v="556" actId="2711"/>
          <ac:spMkLst>
            <pc:docMk/>
            <pc:sldMk cId="3220253444" sldId="264"/>
            <ac:spMk id="2" creationId="{1EB82F79-313B-2C46-32B5-C3C57082AC1C}"/>
          </ac:spMkLst>
        </pc:spChg>
        <pc:spChg chg="mod">
          <ac:chgData name="MOGHAL BABAR" userId="5e38c1a087bcc1af" providerId="LiveId" clId="{E9F6374B-7FEA-4293-AE7D-CF8D26748AEA}" dt="2025-12-18T14:49:04.397" v="558" actId="14100"/>
          <ac:spMkLst>
            <pc:docMk/>
            <pc:sldMk cId="3220253444" sldId="264"/>
            <ac:spMk id="3" creationId="{5C1B9C54-0CD4-D6E7-25C7-081C2793B933}"/>
          </ac:spMkLst>
        </pc:spChg>
        <pc:spChg chg="add mod">
          <ac:chgData name="MOGHAL BABAR" userId="5e38c1a087bcc1af" providerId="LiveId" clId="{E9F6374B-7FEA-4293-AE7D-CF8D26748AEA}" dt="2025-12-18T14:49:37.238" v="564" actId="113"/>
          <ac:spMkLst>
            <pc:docMk/>
            <pc:sldMk cId="3220253444" sldId="264"/>
            <ac:spMk id="5" creationId="{07C244CE-74C0-958F-5DF8-7DBD7CC18F90}"/>
          </ac:spMkLst>
        </pc:spChg>
        <pc:picChg chg="add mod">
          <ac:chgData name="MOGHAL BABAR" userId="5e38c1a087bcc1af" providerId="LiveId" clId="{E9F6374B-7FEA-4293-AE7D-CF8D26748AEA}" dt="2025-12-18T14:11:40.275" v="411" actId="14100"/>
          <ac:picMkLst>
            <pc:docMk/>
            <pc:sldMk cId="3220253444" sldId="264"/>
            <ac:picMk id="4" creationId="{D8985F5F-54A1-924D-12BC-0F673BEB73D1}"/>
          </ac:picMkLst>
        </pc:picChg>
      </pc:sldChg>
      <pc:sldChg chg="addSp modSp new mod">
        <pc:chgData name="MOGHAL BABAR" userId="5e38c1a087bcc1af" providerId="LiveId" clId="{E9F6374B-7FEA-4293-AE7D-CF8D26748AEA}" dt="2025-12-18T14:50:42.691" v="573" actId="14100"/>
        <pc:sldMkLst>
          <pc:docMk/>
          <pc:sldMk cId="926129304" sldId="265"/>
        </pc:sldMkLst>
        <pc:spChg chg="mod">
          <ac:chgData name="MOGHAL BABAR" userId="5e38c1a087bcc1af" providerId="LiveId" clId="{E9F6374B-7FEA-4293-AE7D-CF8D26748AEA}" dt="2025-12-18T14:50:00.848" v="565" actId="2711"/>
          <ac:spMkLst>
            <pc:docMk/>
            <pc:sldMk cId="926129304" sldId="265"/>
            <ac:spMk id="2" creationId="{A64A7FE9-8B9A-F24B-E24E-5D263307C489}"/>
          </ac:spMkLst>
        </pc:spChg>
        <pc:spChg chg="mod">
          <ac:chgData name="MOGHAL BABAR" userId="5e38c1a087bcc1af" providerId="LiveId" clId="{E9F6374B-7FEA-4293-AE7D-CF8D26748AEA}" dt="2025-12-18T14:50:13.103" v="567" actId="14100"/>
          <ac:spMkLst>
            <pc:docMk/>
            <pc:sldMk cId="926129304" sldId="265"/>
            <ac:spMk id="3" creationId="{65BC9C33-0245-96D5-660A-967C0D7EBC14}"/>
          </ac:spMkLst>
        </pc:spChg>
        <pc:spChg chg="add mod">
          <ac:chgData name="MOGHAL BABAR" userId="5e38c1a087bcc1af" providerId="LiveId" clId="{E9F6374B-7FEA-4293-AE7D-CF8D26748AEA}" dt="2025-12-18T14:50:42.691" v="573" actId="14100"/>
          <ac:spMkLst>
            <pc:docMk/>
            <pc:sldMk cId="926129304" sldId="265"/>
            <ac:spMk id="4" creationId="{EDD09AE9-CB9E-1CEA-E572-62AA8079B116}"/>
          </ac:spMkLst>
        </pc:spChg>
      </pc:sldChg>
      <pc:sldChg chg="addSp modSp new mod">
        <pc:chgData name="MOGHAL BABAR" userId="5e38c1a087bcc1af" providerId="LiveId" clId="{E9F6374B-7FEA-4293-AE7D-CF8D26748AEA}" dt="2025-12-18T14:51:58.401" v="585" actId="14100"/>
        <pc:sldMkLst>
          <pc:docMk/>
          <pc:sldMk cId="2633237700" sldId="266"/>
        </pc:sldMkLst>
        <pc:spChg chg="mod">
          <ac:chgData name="MOGHAL BABAR" userId="5e38c1a087bcc1af" providerId="LiveId" clId="{E9F6374B-7FEA-4293-AE7D-CF8D26748AEA}" dt="2025-12-18T14:50:58.851" v="574" actId="2711"/>
          <ac:spMkLst>
            <pc:docMk/>
            <pc:sldMk cId="2633237700" sldId="266"/>
            <ac:spMk id="2" creationId="{CF4E0D2B-3A19-2D11-F004-DF40FC518C7F}"/>
          </ac:spMkLst>
        </pc:spChg>
        <pc:spChg chg="mod">
          <ac:chgData name="MOGHAL BABAR" userId="5e38c1a087bcc1af" providerId="LiveId" clId="{E9F6374B-7FEA-4293-AE7D-CF8D26748AEA}" dt="2025-12-18T14:51:54.025" v="584" actId="14100"/>
          <ac:spMkLst>
            <pc:docMk/>
            <pc:sldMk cId="2633237700" sldId="266"/>
            <ac:spMk id="3" creationId="{5CAC39FA-81EF-6AFB-F6EA-1D1BDCCE12EC}"/>
          </ac:spMkLst>
        </pc:spChg>
        <pc:spChg chg="add mod">
          <ac:chgData name="MOGHAL BABAR" userId="5e38c1a087bcc1af" providerId="LiveId" clId="{E9F6374B-7FEA-4293-AE7D-CF8D26748AEA}" dt="2025-12-18T14:51:58.401" v="585" actId="14100"/>
          <ac:spMkLst>
            <pc:docMk/>
            <pc:sldMk cId="2633237700" sldId="266"/>
            <ac:spMk id="5" creationId="{D31E73C3-EABA-6A23-1CE6-D8A7AAADE54A}"/>
          </ac:spMkLst>
        </pc:spChg>
        <pc:picChg chg="add mod">
          <ac:chgData name="MOGHAL BABAR" userId="5e38c1a087bcc1af" providerId="LiveId" clId="{E9F6374B-7FEA-4293-AE7D-CF8D26748AEA}" dt="2025-12-18T14:17:49.960" v="433" actId="1076"/>
          <ac:picMkLst>
            <pc:docMk/>
            <pc:sldMk cId="2633237700" sldId="266"/>
            <ac:picMk id="4" creationId="{96D82E2B-50CE-1117-1766-BE9AAFEC9404}"/>
          </ac:picMkLst>
        </pc:picChg>
      </pc:sldChg>
      <pc:sldChg chg="new del">
        <pc:chgData name="MOGHAL BABAR" userId="5e38c1a087bcc1af" providerId="LiveId" clId="{E9F6374B-7FEA-4293-AE7D-CF8D26748AEA}" dt="2025-12-18T14:12:16.785" v="414" actId="2696"/>
        <pc:sldMkLst>
          <pc:docMk/>
          <pc:sldMk cId="4167908665" sldId="266"/>
        </pc:sldMkLst>
      </pc:sldChg>
      <pc:sldChg chg="addSp modSp new mod">
        <pc:chgData name="MOGHAL BABAR" userId="5e38c1a087bcc1af" providerId="LiveId" clId="{E9F6374B-7FEA-4293-AE7D-CF8D26748AEA}" dt="2025-12-18T14:53:13.112" v="595" actId="14100"/>
        <pc:sldMkLst>
          <pc:docMk/>
          <pc:sldMk cId="2055724039" sldId="267"/>
        </pc:sldMkLst>
        <pc:spChg chg="mod">
          <ac:chgData name="MOGHAL BABAR" userId="5e38c1a087bcc1af" providerId="LiveId" clId="{E9F6374B-7FEA-4293-AE7D-CF8D26748AEA}" dt="2025-12-18T14:52:08.941" v="586" actId="2711"/>
          <ac:spMkLst>
            <pc:docMk/>
            <pc:sldMk cId="2055724039" sldId="267"/>
            <ac:spMk id="2" creationId="{AE4E0A3C-7E6C-BBF8-CA71-B277F3B568F6}"/>
          </ac:spMkLst>
        </pc:spChg>
        <pc:spChg chg="mod">
          <ac:chgData name="MOGHAL BABAR" userId="5e38c1a087bcc1af" providerId="LiveId" clId="{E9F6374B-7FEA-4293-AE7D-CF8D26748AEA}" dt="2025-12-18T14:52:22.762" v="588" actId="14100"/>
          <ac:spMkLst>
            <pc:docMk/>
            <pc:sldMk cId="2055724039" sldId="267"/>
            <ac:spMk id="3" creationId="{4EF401CD-C35D-6BD5-EC86-EC1143CB4333}"/>
          </ac:spMkLst>
        </pc:spChg>
        <pc:spChg chg="add mod">
          <ac:chgData name="MOGHAL BABAR" userId="5e38c1a087bcc1af" providerId="LiveId" clId="{E9F6374B-7FEA-4293-AE7D-CF8D26748AEA}" dt="2025-12-18T14:53:13.112" v="595" actId="14100"/>
          <ac:spMkLst>
            <pc:docMk/>
            <pc:sldMk cId="2055724039" sldId="267"/>
            <ac:spMk id="4" creationId="{67CCD587-1CA2-88F8-FB31-17338B2FB07D}"/>
          </ac:spMkLst>
        </pc:spChg>
      </pc:sldChg>
      <pc:sldChg chg="addSp delSp modSp new mod">
        <pc:chgData name="MOGHAL BABAR" userId="5e38c1a087bcc1af" providerId="LiveId" clId="{E9F6374B-7FEA-4293-AE7D-CF8D26748AEA}" dt="2025-12-18T14:54:43.607" v="604" actId="14100"/>
        <pc:sldMkLst>
          <pc:docMk/>
          <pc:sldMk cId="3240205622" sldId="268"/>
        </pc:sldMkLst>
        <pc:spChg chg="mod">
          <ac:chgData name="MOGHAL BABAR" userId="5e38c1a087bcc1af" providerId="LiveId" clId="{E9F6374B-7FEA-4293-AE7D-CF8D26748AEA}" dt="2025-12-18T14:21:00.773" v="442" actId="207"/>
          <ac:spMkLst>
            <pc:docMk/>
            <pc:sldMk cId="3240205622" sldId="268"/>
            <ac:spMk id="2" creationId="{33AC8688-ABFA-44F9-8C9B-5A56F4C3DDE9}"/>
          </ac:spMkLst>
        </pc:spChg>
        <pc:spChg chg="del">
          <ac:chgData name="MOGHAL BABAR" userId="5e38c1a087bcc1af" providerId="LiveId" clId="{E9F6374B-7FEA-4293-AE7D-CF8D26748AEA}" dt="2025-12-18T14:21:15.792" v="443"/>
          <ac:spMkLst>
            <pc:docMk/>
            <pc:sldMk cId="3240205622" sldId="268"/>
            <ac:spMk id="3" creationId="{3F84D9AF-797B-B6E9-2F62-07F955CAE5B9}"/>
          </ac:spMkLst>
        </pc:spChg>
        <pc:spChg chg="add mod">
          <ac:chgData name="MOGHAL BABAR" userId="5e38c1a087bcc1af" providerId="LiveId" clId="{E9F6374B-7FEA-4293-AE7D-CF8D26748AEA}" dt="2025-12-18T14:54:05.495" v="597" actId="14100"/>
          <ac:spMkLst>
            <pc:docMk/>
            <pc:sldMk cId="3240205622" sldId="268"/>
            <ac:spMk id="4" creationId="{CA076189-AEF9-0692-DC60-E331A4AEF8C5}"/>
          </ac:spMkLst>
        </pc:spChg>
        <pc:spChg chg="add mod">
          <ac:chgData name="MOGHAL BABAR" userId="5e38c1a087bcc1af" providerId="LiveId" clId="{E9F6374B-7FEA-4293-AE7D-CF8D26748AEA}" dt="2025-12-18T14:54:43.607" v="604" actId="14100"/>
          <ac:spMkLst>
            <pc:docMk/>
            <pc:sldMk cId="3240205622" sldId="268"/>
            <ac:spMk id="6" creationId="{7E33A3BE-A9D2-6C8E-C901-A59023E01FA9}"/>
          </ac:spMkLst>
        </pc:spChg>
        <pc:picChg chg="add mod">
          <ac:chgData name="MOGHAL BABAR" userId="5e38c1a087bcc1af" providerId="LiveId" clId="{E9F6374B-7FEA-4293-AE7D-CF8D26748AEA}" dt="2025-12-18T14:33:54.364" v="496" actId="1076"/>
          <ac:picMkLst>
            <pc:docMk/>
            <pc:sldMk cId="3240205622" sldId="268"/>
            <ac:picMk id="5" creationId="{66547567-5517-B6ED-1738-1DE3DB3AB3F1}"/>
          </ac:picMkLst>
        </pc:picChg>
      </pc:sldChg>
      <pc:sldChg chg="addSp delSp modSp new mod">
        <pc:chgData name="MOGHAL BABAR" userId="5e38c1a087bcc1af" providerId="LiveId" clId="{E9F6374B-7FEA-4293-AE7D-CF8D26748AEA}" dt="2025-12-18T14:56:16.780" v="614" actId="14100"/>
        <pc:sldMkLst>
          <pc:docMk/>
          <pc:sldMk cId="3933654659" sldId="269"/>
        </pc:sldMkLst>
        <pc:spChg chg="mod">
          <ac:chgData name="MOGHAL BABAR" userId="5e38c1a087bcc1af" providerId="LiveId" clId="{E9F6374B-7FEA-4293-AE7D-CF8D26748AEA}" dt="2025-12-18T14:55:00.524" v="605" actId="2711"/>
          <ac:spMkLst>
            <pc:docMk/>
            <pc:sldMk cId="3933654659" sldId="269"/>
            <ac:spMk id="2" creationId="{5CB43AA4-B61C-4D26-D2AC-50B74CB60876}"/>
          </ac:spMkLst>
        </pc:spChg>
        <pc:spChg chg="del">
          <ac:chgData name="MOGHAL BABAR" userId="5e38c1a087bcc1af" providerId="LiveId" clId="{E9F6374B-7FEA-4293-AE7D-CF8D26748AEA}" dt="2025-12-18T14:22:25.844" v="451"/>
          <ac:spMkLst>
            <pc:docMk/>
            <pc:sldMk cId="3933654659" sldId="269"/>
            <ac:spMk id="3" creationId="{4C5979DF-5AE0-F845-DD9B-D772E2078EBD}"/>
          </ac:spMkLst>
        </pc:spChg>
        <pc:spChg chg="add mod">
          <ac:chgData name="MOGHAL BABAR" userId="5e38c1a087bcc1af" providerId="LiveId" clId="{E9F6374B-7FEA-4293-AE7D-CF8D26748AEA}" dt="2025-12-18T14:55:09.960" v="607" actId="2711"/>
          <ac:spMkLst>
            <pc:docMk/>
            <pc:sldMk cId="3933654659" sldId="269"/>
            <ac:spMk id="4" creationId="{9D3E49BC-731C-1719-BEC4-43004133AC53}"/>
          </ac:spMkLst>
        </pc:spChg>
        <pc:spChg chg="add mod">
          <ac:chgData name="MOGHAL BABAR" userId="5e38c1a087bcc1af" providerId="LiveId" clId="{E9F6374B-7FEA-4293-AE7D-CF8D26748AEA}" dt="2025-12-18T14:56:16.780" v="614" actId="14100"/>
          <ac:spMkLst>
            <pc:docMk/>
            <pc:sldMk cId="3933654659" sldId="269"/>
            <ac:spMk id="5" creationId="{FB74C719-2702-CE21-B039-4FFF6547E440}"/>
          </ac:spMkLst>
        </pc:spChg>
      </pc:sldChg>
      <pc:sldChg chg="addSp modSp new mod">
        <pc:chgData name="MOGHAL BABAR" userId="5e38c1a087bcc1af" providerId="LiveId" clId="{E9F6374B-7FEA-4293-AE7D-CF8D26748AEA}" dt="2025-12-18T14:57:46.685" v="625" actId="113"/>
        <pc:sldMkLst>
          <pc:docMk/>
          <pc:sldMk cId="2484836364" sldId="270"/>
        </pc:sldMkLst>
        <pc:spChg chg="mod">
          <ac:chgData name="MOGHAL BABAR" userId="5e38c1a087bcc1af" providerId="LiveId" clId="{E9F6374B-7FEA-4293-AE7D-CF8D26748AEA}" dt="2025-12-18T14:56:44.260" v="615" actId="2711"/>
          <ac:spMkLst>
            <pc:docMk/>
            <pc:sldMk cId="2484836364" sldId="270"/>
            <ac:spMk id="2" creationId="{F4BF24DE-74DA-E4D3-870E-1ECDF99D2349}"/>
          </ac:spMkLst>
        </pc:spChg>
        <pc:spChg chg="mod">
          <ac:chgData name="MOGHAL BABAR" userId="5e38c1a087bcc1af" providerId="LiveId" clId="{E9F6374B-7FEA-4293-AE7D-CF8D26748AEA}" dt="2025-12-18T14:57:05.190" v="619" actId="27636"/>
          <ac:spMkLst>
            <pc:docMk/>
            <pc:sldMk cId="2484836364" sldId="270"/>
            <ac:spMk id="3" creationId="{0F7585B5-44F0-0287-41D8-E1267E24ACF3}"/>
          </ac:spMkLst>
        </pc:spChg>
        <pc:spChg chg="add mod">
          <ac:chgData name="MOGHAL BABAR" userId="5e38c1a087bcc1af" providerId="LiveId" clId="{E9F6374B-7FEA-4293-AE7D-CF8D26748AEA}" dt="2025-12-18T14:57:46.685" v="625" actId="113"/>
          <ac:spMkLst>
            <pc:docMk/>
            <pc:sldMk cId="2484836364" sldId="270"/>
            <ac:spMk id="4" creationId="{F4485B44-5696-DAE0-B16F-36BF1797C321}"/>
          </ac:spMkLst>
        </pc:spChg>
      </pc:sldChg>
      <pc:sldChg chg="addSp modSp new mod">
        <pc:chgData name="MOGHAL BABAR" userId="5e38c1a087bcc1af" providerId="LiveId" clId="{E9F6374B-7FEA-4293-AE7D-CF8D26748AEA}" dt="2025-12-18T14:58:54.932" v="638" actId="14100"/>
        <pc:sldMkLst>
          <pc:docMk/>
          <pc:sldMk cId="2652291654" sldId="271"/>
        </pc:sldMkLst>
        <pc:spChg chg="mod">
          <ac:chgData name="MOGHAL BABAR" userId="5e38c1a087bcc1af" providerId="LiveId" clId="{E9F6374B-7FEA-4293-AE7D-CF8D26748AEA}" dt="2025-12-18T14:57:59.966" v="626" actId="2711"/>
          <ac:spMkLst>
            <pc:docMk/>
            <pc:sldMk cId="2652291654" sldId="271"/>
            <ac:spMk id="2" creationId="{54CFA5D9-B064-79A4-8E93-20D0767ECAA7}"/>
          </ac:spMkLst>
        </pc:spChg>
        <pc:spChg chg="mod">
          <ac:chgData name="MOGHAL BABAR" userId="5e38c1a087bcc1af" providerId="LiveId" clId="{E9F6374B-7FEA-4293-AE7D-CF8D26748AEA}" dt="2025-12-18T14:58:19.474" v="632" actId="27636"/>
          <ac:spMkLst>
            <pc:docMk/>
            <pc:sldMk cId="2652291654" sldId="271"/>
            <ac:spMk id="3" creationId="{867103BF-532A-6BA2-6667-D24BCC5271D0}"/>
          </ac:spMkLst>
        </pc:spChg>
        <pc:spChg chg="add mod">
          <ac:chgData name="MOGHAL BABAR" userId="5e38c1a087bcc1af" providerId="LiveId" clId="{E9F6374B-7FEA-4293-AE7D-CF8D26748AEA}" dt="2025-12-18T14:58:54.932" v="638" actId="14100"/>
          <ac:spMkLst>
            <pc:docMk/>
            <pc:sldMk cId="2652291654" sldId="271"/>
            <ac:spMk id="4" creationId="{4CFD87C1-23E2-FC98-25D4-53CAD77E01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86523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95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E9F18C48-03A5-6063-4DBF-C8DE3B20C5CE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AA6C1-B263-E391-2A85-0930BED59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3279" y="5631543"/>
            <a:ext cx="1738948" cy="953513"/>
          </a:xfrm>
          <a:prstGeom prst="rect">
            <a:avLst/>
          </a:prstGeom>
        </p:spPr>
      </p:pic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ACB14F53-D9E1-4D15-A06E-1F08B6B2C368}"/>
              </a:ext>
            </a:extLst>
          </p:cNvPr>
          <p:cNvSpPr/>
          <p:nvPr userDrawn="1"/>
        </p:nvSpPr>
        <p:spPr>
          <a:xfrm>
            <a:off x="-29688" y="6571400"/>
            <a:ext cx="12221688" cy="382464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99C3-3074-A8BD-6301-CFF0C1D40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CD6C9-3125-79BA-6A68-FA78888AC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DB887-56B9-BF2E-99DF-113ECE0E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9847D-B56B-896C-0D9B-87933B69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FDE46-9279-1F99-8F98-1DCC9D40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7FA79B97-A625-B723-41D5-229D72065BAB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9C5F21-E880-6CF5-53E6-E1C463D7E19C}"/>
              </a:ext>
            </a:extLst>
          </p:cNvPr>
          <p:cNvCxnSpPr/>
          <p:nvPr userDrawn="1"/>
        </p:nvCxnSpPr>
        <p:spPr>
          <a:xfrm>
            <a:off x="584613" y="2000822"/>
            <a:ext cx="107929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logo with a red blue and orange swirls">
            <a:extLst>
              <a:ext uri="{FF2B5EF4-FFF2-40B4-BE49-F238E27FC236}">
                <a16:creationId xmlns:a16="http://schemas.microsoft.com/office/drawing/2014/main" id="{E3F3E623-3A56-5D30-9CA0-0E259D02A4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8650" y="113134"/>
            <a:ext cx="3423032" cy="2576817"/>
          </a:xfrm>
          <a:prstGeom prst="rect">
            <a:avLst/>
          </a:prstGeom>
        </p:spPr>
      </p:pic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FF9AF644-B524-5779-6E03-62950DA376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6450" y="5700307"/>
            <a:ext cx="1963785" cy="8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8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4883-ED90-D2D0-2547-A379B1CD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1075D-2754-79A1-DEBA-F057E3666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DD1C3-547A-FC0A-DC84-28F8E50A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22C3C-64E1-731F-A6C0-E1C93967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B7CA77-EA03-5B87-0ED3-5987BE534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3E20D5F7-0E69-EB52-8F9E-8FC8870CD2FC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57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9EB0-8E58-3C94-4566-CEA91304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80C8-F9EC-AFA5-FF88-0848AA1B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3206-FAB1-50CA-FF03-87FA703C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1618F-26B6-737F-CE6A-BEEF1CB0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5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6BC-355F-66D3-0C44-1CF6B1A8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1F90-330B-23A9-5D57-3E11207E6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96CAE-0909-C848-0F2D-03EFD0513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5AF0D-0700-470A-8DAF-E0FC580A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44CB3-6973-626C-CB09-E9194341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75E3A-B517-1E88-6165-DFB5EF06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1A145-71AE-A119-A661-29DFD8B82A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C953631B-0ED2-B9C7-978B-13D5FEE61F18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35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F6D9-F844-4D38-2F80-D0E56EB9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20449-1842-F2E7-75ED-27E44A60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40F2-1309-0981-588B-C7ADE2E01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C1089-1760-8AC5-E44F-CD19D135B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D75E2-A897-755A-1178-7FDF27BAF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422D9-E5E6-90CF-5ED2-081C576F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633C2E-1717-0D3F-2209-E71D7809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ADB7C-192E-3518-A07A-21102DDC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2C6DF-2065-25F3-8D61-715BAFBB14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AAEC9DBE-7FA5-6878-5B0C-96DF1DDB7084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363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3B3B-A006-138F-1C86-63419CEB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F6AB1-C58A-2781-FD5A-007122AD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23AE9-309F-F0F6-63AE-3B17AD30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28B90-CB53-FB3F-512B-755D0CCC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75064-4788-2645-E304-AD0BA14E3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3C4F2394-1019-1ABA-0F5B-8C81DF75BFC9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20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80192-D1D1-C50F-BB53-417C83CC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61341-EEA2-02CB-1B98-BBED76AE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E8E42-AAF7-8E70-8C82-D4E3B78E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E22E5-2647-0223-CDF2-24678775BF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6" name="Google Shape;11;p1">
            <a:extLst>
              <a:ext uri="{FF2B5EF4-FFF2-40B4-BE49-F238E27FC236}">
                <a16:creationId xmlns:a16="http://schemas.microsoft.com/office/drawing/2014/main" id="{B660A9E9-FCC8-0993-F186-443F087597C9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399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6F04-8802-420F-81E5-2BD9FF0B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A2E99-108A-79A5-C9FA-64781080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819B1-4B5D-7831-7A36-8C41EE9C6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60062-ED20-C4F3-CFF3-3B6D65AE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C3892-106E-5A5C-1362-1BFA205A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1E338-83C4-179B-B907-673D2823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DB78F-3382-F2C3-21D4-1BBC00DE8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A67110E9-52FE-1F32-24BF-8FE1DC0178DA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05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8877-C260-1B46-5871-3D5173EB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0972F-76E0-A2F9-8445-D141DE6B7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E0171-F9AB-15B6-2119-FC874FBCA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AD916-529D-447A-D00F-C90FED84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C1577-0EF0-8BB6-B995-EE1FD7BF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C7D12-3DE5-624D-98AD-56500243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09884-F680-0379-7E7D-B5A929EBE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77998D06-5880-5DA8-E3C8-CAD9D2DA3EB1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959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AAAE-79F7-07E3-FC6B-FFC211ED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BC9A2-C6B7-73C8-51C1-AA2DC41CC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02BC-9515-6200-55E9-5A32D5E4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BA2D-4AF4-44A2-3A42-EDF2C3F5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9D68A-0136-D943-F7EB-C0B837A9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ADF00-6A7F-FEAC-A62A-4035A18E8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E453705E-B2E1-3889-675E-F3E52EDC456A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301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F43DA-08C5-F54E-15FB-6DD17BFE9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C42E2-39E4-3E54-A0BA-C4823A484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B53AD-4643-4473-7184-C8D199A8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40BDA-2CF0-5F27-62BC-60088213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74F9-3969-72F0-50CA-6F2A0557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5B262-06E3-768D-C93A-C02A03A765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ADEF2672-36B4-F9BD-C4A8-CDA41E5B62CC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08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94A5987E-3BD5-ACA2-63AE-1AA6AEC0ED5B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90C01-2F50-091E-8823-50EEA70303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3810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2EBB3A15-3B4E-060D-F35A-95AEBC3A451D}"/>
              </a:ext>
            </a:extLst>
          </p:cNvPr>
          <p:cNvSpPr/>
          <p:nvPr userDrawn="1"/>
        </p:nvSpPr>
        <p:spPr>
          <a:xfrm>
            <a:off x="-227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D1686-3E9C-9386-A288-3BE143E0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4F0B-7493-5036-F5C9-12AED15E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C346-A160-B0D6-C6F1-031F66D2A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9693C-5D8F-460A-B1A1-112DD1E9E92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6FBF-8E1E-47FD-3555-0AFF603DB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DBA3A-4ED9-9DD4-FA8F-BB443A9FA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C031362-4363-2AA5-1C9B-8B437C491C85}"/>
              </a:ext>
            </a:extLst>
          </p:cNvPr>
          <p:cNvSpPr txBox="1">
            <a:spLocks/>
          </p:cNvSpPr>
          <p:nvPr userDrawn="1"/>
        </p:nvSpPr>
        <p:spPr>
          <a:xfrm>
            <a:off x="4038600" y="6225723"/>
            <a:ext cx="4114800" cy="365125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b="1" dirty="0"/>
              <a:t>Paper Id: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31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511078" y="2065847"/>
            <a:ext cx="3311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000" rIns="0" bIns="0" anchor="t" anchorCtr="0">
            <a:noAutofit/>
          </a:bodyPr>
          <a:lstStyle/>
          <a:p>
            <a:pPr marL="12700" marR="0" lvl="0" indent="0" algn="l" rtl="0">
              <a:lnSpc>
                <a:spcPct val="10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ID 0</a:t>
            </a: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53350" y="2658609"/>
            <a:ext cx="10987500" cy="11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noAutofit/>
          </a:bodyPr>
          <a:lstStyle/>
          <a:p>
            <a:pPr marL="12700" lvl="0" algn="ctr">
              <a:lnSpc>
                <a:spcPct val="102000"/>
              </a:lnSpc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C00000"/>
                </a:solidFill>
              </a:rPr>
              <a:t>Realistic and Lightweight Driver Drowsiness Detection Using MobileNetV2 Features and Logistic Regression with Noise-Robust Learning</a:t>
            </a:r>
            <a:endParaRPr sz="2400" b="1" dirty="0">
              <a:solidFill>
                <a:srgbClr val="C00000"/>
              </a:solidFill>
            </a:endParaRPr>
          </a:p>
          <a:p>
            <a:pPr marL="1270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1" dirty="0">
              <a:solidFill>
                <a:schemeClr val="dk1"/>
              </a:solidFill>
            </a:endParaRPr>
          </a:p>
          <a:p>
            <a:pPr marL="12700" marR="0" lvl="0" indent="0" algn="l" rtl="0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1917750" y="4033371"/>
            <a:ext cx="8258700" cy="23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</a:rPr>
              <a:t>Paper Id : 890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000" dirty="0" err="1">
                <a:solidFill>
                  <a:schemeClr val="dk1"/>
                </a:solidFill>
              </a:rPr>
              <a:t>Moghal</a:t>
            </a:r>
            <a:r>
              <a:rPr lang="en-US" sz="2000" dirty="0">
                <a:solidFill>
                  <a:schemeClr val="dk1"/>
                </a:solidFill>
              </a:rPr>
              <a:t> Babar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Computer Science and Engineering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 err="1">
                <a:solidFill>
                  <a:schemeClr val="dk1"/>
                </a:solidFill>
              </a:rPr>
              <a:t>Narasaraopeta</a:t>
            </a:r>
            <a:r>
              <a:rPr lang="en-US" sz="2000" dirty="0">
                <a:solidFill>
                  <a:schemeClr val="dk1"/>
                </a:solidFill>
              </a:rPr>
              <a:t> Engineering </a:t>
            </a:r>
            <a:r>
              <a:rPr lang="en-US" sz="2000" dirty="0" err="1">
                <a:solidFill>
                  <a:schemeClr val="dk1"/>
                </a:solidFill>
              </a:rPr>
              <a:t>College,Narasaraopet,Andhra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Pradesh,India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6217" marR="417112" lvl="0" indent="0" algn="ctr" rtl="0">
              <a:lnSpc>
                <a:spcPct val="101725"/>
              </a:lnSpc>
              <a:spcBef>
                <a:spcPts val="545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84613" y="2000822"/>
            <a:ext cx="107929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C48BBAFA-3E27-28F4-E0C6-9ACE6F64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450" y="5700307"/>
            <a:ext cx="1963785" cy="884749"/>
          </a:xfrm>
          <a:prstGeom prst="rect">
            <a:avLst/>
          </a:prstGeom>
        </p:spPr>
      </p:pic>
      <p:pic>
        <p:nvPicPr>
          <p:cNvPr id="10" name="Picture 9" descr="A logo with a red blue and orange swirls">
            <a:extLst>
              <a:ext uri="{FF2B5EF4-FFF2-40B4-BE49-F238E27FC236}">
                <a16:creationId xmlns:a16="http://schemas.microsoft.com/office/drawing/2014/main" id="{E2E25BDF-00E9-72CA-6DC7-DCCC172C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650" y="113134"/>
            <a:ext cx="3423032" cy="257681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9E40E8E-B519-D607-CDAE-DAA94BB15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8875" y="285871"/>
            <a:ext cx="1578656" cy="144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1C4E-D7F9-5D60-8910-CE0B6D83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Presentation 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B8A7D0-D056-A1B0-2B39-6FF49573B0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0794"/>
            <a:ext cx="630002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/ Background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/ 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Measures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and Future 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70661-E59C-ADE7-34FC-AA43383F9883}"/>
              </a:ext>
            </a:extLst>
          </p:cNvPr>
          <p:cNvSpPr txBox="1"/>
          <p:nvPr/>
        </p:nvSpPr>
        <p:spPr>
          <a:xfrm>
            <a:off x="6410632" y="6263148"/>
            <a:ext cx="639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324164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E7EA-348D-61B1-61EF-2AF6E876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Introduction</a:t>
            </a:r>
            <a:r>
              <a:rPr lang="en-IN" dirty="0">
                <a:solidFill>
                  <a:srgbClr val="FF0000"/>
                </a:solidFill>
              </a:rPr>
              <a:t> / Background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B43658-BD11-6A7C-CAF8-C6127AC110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090" y="1960693"/>
            <a:ext cx="111989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major cause of road accidents worldwide.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Fatigue affects attention, perception, and reaction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using physiological sensors are intrusive and impractical.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approaches are non-invasive and suitable for real-time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models enable deployment on embedded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26FE3-9367-CA05-BD4E-01E41267A7EC}"/>
              </a:ext>
            </a:extLst>
          </p:cNvPr>
          <p:cNvSpPr txBox="1"/>
          <p:nvPr/>
        </p:nvSpPr>
        <p:spPr>
          <a:xfrm>
            <a:off x="6420465" y="6253316"/>
            <a:ext cx="648930" cy="31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09492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F8B6-CD5A-1756-6F96-294A1BE7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8961F3-1690-3D0D-7117-D244519092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264" y="2025809"/>
            <a:ext cx="1110061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drowsiness detection systems are computationally heavy.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methods fail under real-world conditions like low light and motion blur.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and lightweight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work reliably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 devices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DB263-9002-123F-C6CD-6B13D67F8D15}"/>
              </a:ext>
            </a:extLst>
          </p:cNvPr>
          <p:cNvSpPr txBox="1"/>
          <p:nvPr/>
        </p:nvSpPr>
        <p:spPr>
          <a:xfrm>
            <a:off x="6400800" y="6272981"/>
            <a:ext cx="580103" cy="31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60410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F07E-0DA5-A9D1-1251-38667898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Dataset Description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B8AFF0-3B72-266A-1ECC-8E997F024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277" y="1948280"/>
            <a:ext cx="1069707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 image dataset containing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4,103 samples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classes: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Opened (2,171)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 (1,932)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eyes.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show variations in lighting, head pose, and eye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is nearly balanced to avoid class imbalance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 is added during training to improve robustness.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9A0B1-D36D-2BC7-3A6C-94B267AA7D12}"/>
              </a:ext>
            </a:extLst>
          </p:cNvPr>
          <p:cNvSpPr txBox="1"/>
          <p:nvPr/>
        </p:nvSpPr>
        <p:spPr>
          <a:xfrm>
            <a:off x="6420465" y="6253316"/>
            <a:ext cx="1229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144689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A700-8408-D89E-E68F-E93F50816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10" y="365125"/>
            <a:ext cx="1076899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Objectives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2BFCA0-EBAA-9A69-9177-FCD186BE3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110" y="1796110"/>
            <a:ext cx="1076899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driver drowsiness using eye-state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deep features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simple and efficient classifier for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robustness against noise and visual distortions.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performance with minimal computational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0762D-742A-F56D-B975-7DD88C17440D}"/>
              </a:ext>
            </a:extLst>
          </p:cNvPr>
          <p:cNvSpPr txBox="1"/>
          <p:nvPr/>
        </p:nvSpPr>
        <p:spPr>
          <a:xfrm>
            <a:off x="6420465" y="6263148"/>
            <a:ext cx="717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1242114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FC90-5DE2-23B5-A03B-55C666A3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Methodology /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1E86-E246-E14B-850D-C2C9043AE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968"/>
            <a:ext cx="10515600" cy="34806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workflow includes: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1.Dataset Acquisition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2.Preprocessing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3.Feature Extraction using MobileNetV2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4.Noise-Aware Training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5.Logistic Regression Classification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FE40-99C8-94EF-1505-0B51208B0961}"/>
              </a:ext>
            </a:extLst>
          </p:cNvPr>
          <p:cNvSpPr txBox="1"/>
          <p:nvPr/>
        </p:nvSpPr>
        <p:spPr>
          <a:xfrm>
            <a:off x="6410632" y="6263148"/>
            <a:ext cx="110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84206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2F79-313B-2C46-32B5-C3C57082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Preprocessing Pipeline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9C54-0CD4-D6E7-25C7-081C2793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032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resizing of images to 128×128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performed for model compatibility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ensures correctness of labels and visual clarity</a:t>
            </a:r>
          </a:p>
          <a:p>
            <a:endParaRPr lang="en-IN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D8985F5F-54A1-924D-12BC-0F673BEB7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922" y="3260957"/>
            <a:ext cx="5669475" cy="2549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C244CE-74C0-958F-5DF8-7DBD7CC18F90}"/>
              </a:ext>
            </a:extLst>
          </p:cNvPr>
          <p:cNvSpPr txBox="1"/>
          <p:nvPr/>
        </p:nvSpPr>
        <p:spPr>
          <a:xfrm>
            <a:off x="6410633" y="6263147"/>
            <a:ext cx="835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322025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7FE9-8B9A-F24B-E24E-5D263307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Feature Extraction with MobileNetV2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9C33-0245-96D5-660A-967C0D7EB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228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used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feature extractor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ImageNet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 removed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rich representations like: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eyelid contours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edges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illumination patterns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09AE9-CB9E-1CEA-E572-62AA8079B116}"/>
              </a:ext>
            </a:extLst>
          </p:cNvPr>
          <p:cNvSpPr txBox="1"/>
          <p:nvPr/>
        </p:nvSpPr>
        <p:spPr>
          <a:xfrm>
            <a:off x="6420465" y="6272981"/>
            <a:ext cx="934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92612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0D2B-3A19-2D11-F004-DF40FC51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Classification Using Logistic Regression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C39FA-81EF-6AFB-F6EA-1D1BDCCE1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94294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binary classifier chosen for: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computation cost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two classes: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Eye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Eye</a:t>
            </a:r>
          </a:p>
          <a:p>
            <a:endParaRPr lang="en-IN" dirty="0"/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96D82E2B-50CE-1117-1766-BE9AAFEC9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904" y="2907428"/>
            <a:ext cx="3488368" cy="2861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1E73C3-EABA-6A23-1CE6-D8A7AAADE54A}"/>
              </a:ext>
            </a:extLst>
          </p:cNvPr>
          <p:cNvSpPr txBox="1"/>
          <p:nvPr/>
        </p:nvSpPr>
        <p:spPr>
          <a:xfrm>
            <a:off x="6410631" y="6263149"/>
            <a:ext cx="737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63323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0A3C-7E6C-BBF8-CA71-B277F3B5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Training &amp; Validation Setup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01CD-C35D-6BD5-EC86-EC1143CB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536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dataset used for 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dataset used for 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executed using cloud GPU environment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 applied throughout training to improve generalization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CD587-1CA2-88F8-FB31-17338B2FB07D}"/>
              </a:ext>
            </a:extLst>
          </p:cNvPr>
          <p:cNvSpPr txBox="1"/>
          <p:nvPr/>
        </p:nvSpPr>
        <p:spPr>
          <a:xfrm>
            <a:off x="6430297" y="6272981"/>
            <a:ext cx="668594" cy="31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055724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8688-ABFA-44F9-8C9B-5A56F4C3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076189-AEF9-0692-DC60-E331A4AEF8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916516"/>
            <a:ext cx="534629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 time per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size and memory usage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6547567-5517-B6ED-1738-1DE3DB3AB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511" y="1690688"/>
            <a:ext cx="5417573" cy="3879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3A3BE-A9D2-6C8E-C901-A59023E01FA9}"/>
              </a:ext>
            </a:extLst>
          </p:cNvPr>
          <p:cNvSpPr txBox="1"/>
          <p:nvPr/>
        </p:nvSpPr>
        <p:spPr>
          <a:xfrm>
            <a:off x="6410632" y="6263148"/>
            <a:ext cx="776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324020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3AA4-B61C-4D26-D2AC-50B74CB60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3E49BC-731C-1719-BEC4-43004133AC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767" y="2075724"/>
            <a:ext cx="1113995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 achieved: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95.0%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Recall: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F1-score: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0.945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 time: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0.008 seconds per image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size: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 MB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suitable for embedded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recall for closed-eye class ensures reliable drowsiness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Noise-augmented training improves performance under degraded conditions.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4C719-2702-CE21-B039-4FFF6547E440}"/>
              </a:ext>
            </a:extLst>
          </p:cNvPr>
          <p:cNvSpPr txBox="1"/>
          <p:nvPr/>
        </p:nvSpPr>
        <p:spPr>
          <a:xfrm>
            <a:off x="6400800" y="6243484"/>
            <a:ext cx="93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393365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24DE-74DA-E4D3-870E-1ECDF99D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85B5-44F0-0287-41D8-E1267E24A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12954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and efficient drowsiness detection system was developed.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+ Logistic Regression provides a good balance of accuracy and speed.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performs well under noisy and real-world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deployment in vehicles and mobile devices.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in-vehicle driver monitoring systems.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additional cues like head pose and blink duration.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real embedded automotive hardware.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to full video-based continuous monitoring.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85B44-5696-DAE0-B16F-36BF1797C321}"/>
              </a:ext>
            </a:extLst>
          </p:cNvPr>
          <p:cNvSpPr txBox="1"/>
          <p:nvPr/>
        </p:nvSpPr>
        <p:spPr>
          <a:xfrm>
            <a:off x="6499123" y="6243484"/>
            <a:ext cx="707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48483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A5D9-B064-79A4-8E93-20D0767E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03BF-532A-6BA2-6667-D24BCC52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34401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Fatigue Detection Using Eye States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 Access, 2022.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Drunk Detection by Sensors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Sensors Journal, 2021.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and Eye Blink Fusion for Fatigue Detection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BSPC, 2020.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for Drowsiness Detection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PRL, 2023.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on Eye Activity-Based Drowsiness Detection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 T-ITS, 2022.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et al.,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SOBI for Drowsiness Detection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Neurocomputing, 2021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			</a:t>
            </a:r>
            <a:r>
              <a:rPr lang="en-US" altLang="en-US" sz="6400" dirty="0">
                <a:latin typeface="Arial" panose="020B0604020202020204" pitchFamily="34" charset="0"/>
              </a:rPr>
              <a:t>THANK YOU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D87C1-23E2-FC98-25D4-53CAD77E0155}"/>
              </a:ext>
            </a:extLst>
          </p:cNvPr>
          <p:cNvSpPr txBox="1"/>
          <p:nvPr/>
        </p:nvSpPr>
        <p:spPr>
          <a:xfrm>
            <a:off x="6410632" y="6243484"/>
            <a:ext cx="648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890</a:t>
            </a:r>
          </a:p>
        </p:txBody>
      </p:sp>
    </p:spTree>
    <p:extLst>
      <p:ext uri="{BB962C8B-B14F-4D97-AF65-F5344CB8AC3E}">
        <p14:creationId xmlns:p14="http://schemas.microsoft.com/office/powerpoint/2010/main" val="2652291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691</Words>
  <Application>Microsoft Office PowerPoint</Application>
  <PresentationFormat>Widescreen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Office Theme</vt:lpstr>
      <vt:lpstr>Custom Design</vt:lpstr>
      <vt:lpstr>PowerPoint Presentation</vt:lpstr>
      <vt:lpstr>Presentation Outline</vt:lpstr>
      <vt:lpstr>Introduction / Background</vt:lpstr>
      <vt:lpstr>Problem Statement</vt:lpstr>
      <vt:lpstr>Dataset Description</vt:lpstr>
      <vt:lpstr>Objectives</vt:lpstr>
      <vt:lpstr>Methodology / System Architecture</vt:lpstr>
      <vt:lpstr> Preprocessing Pipeline</vt:lpstr>
      <vt:lpstr>Feature Extraction with MobileNetV2</vt:lpstr>
      <vt:lpstr>Classification Using Logistic Regression</vt:lpstr>
      <vt:lpstr>Training &amp; Validation Setup</vt:lpstr>
      <vt:lpstr>Performance Measures</vt:lpstr>
      <vt:lpstr>Results and Analysis</vt:lpstr>
      <vt:lpstr>Conclusion and 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wilfred</dc:creator>
  <cp:lastModifiedBy>MOGHAL BABAR</cp:lastModifiedBy>
  <cp:revision>19</cp:revision>
  <dcterms:modified xsi:type="dcterms:W3CDTF">2025-12-18T14:59:13Z</dcterms:modified>
</cp:coreProperties>
</file>