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80" r:id="rId2"/>
    <p:sldId id="258" r:id="rId3"/>
    <p:sldId id="260" r:id="rId4"/>
    <p:sldId id="262" r:id="rId5"/>
    <p:sldId id="279" r:id="rId6"/>
    <p:sldId id="263" r:id="rId7"/>
    <p:sldId id="265" r:id="rId8"/>
    <p:sldId id="270" r:id="rId9"/>
    <p:sldId id="266" r:id="rId10"/>
    <p:sldId id="268" r:id="rId11"/>
    <p:sldId id="269" r:id="rId12"/>
    <p:sldId id="290" r:id="rId13"/>
    <p:sldId id="291" r:id="rId14"/>
    <p:sldId id="292" r:id="rId15"/>
    <p:sldId id="293" r:id="rId16"/>
    <p:sldId id="294" r:id="rId17"/>
    <p:sldId id="295" r:id="rId18"/>
    <p:sldId id="296" r:id="rId19"/>
    <p:sldId id="281" r:id="rId20"/>
    <p:sldId id="284" r:id="rId21"/>
    <p:sldId id="285" r:id="rId22"/>
    <p:sldId id="289" r:id="rId23"/>
    <p:sldId id="286" r:id="rId24"/>
    <p:sldId id="287" r:id="rId25"/>
    <p:sldId id="288" r:id="rId26"/>
    <p:sldId id="278" r:id="rId27"/>
    <p:sldId id="275" r:id="rId28"/>
    <p:sldId id="27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520384-AF8C-49A8-8FE3-F5CDD2A9BDF3}">
          <p14:sldIdLst>
            <p14:sldId id="280"/>
            <p14:sldId id="258"/>
            <p14:sldId id="260"/>
            <p14:sldId id="262"/>
            <p14:sldId id="279"/>
            <p14:sldId id="263"/>
            <p14:sldId id="265"/>
            <p14:sldId id="270"/>
            <p14:sldId id="266"/>
            <p14:sldId id="268"/>
            <p14:sldId id="269"/>
            <p14:sldId id="290"/>
            <p14:sldId id="291"/>
            <p14:sldId id="292"/>
            <p14:sldId id="293"/>
            <p14:sldId id="294"/>
            <p14:sldId id="295"/>
            <p14:sldId id="296"/>
            <p14:sldId id="281"/>
            <p14:sldId id="284"/>
            <p14:sldId id="285"/>
            <p14:sldId id="289"/>
            <p14:sldId id="286"/>
          </p14:sldIdLst>
        </p14:section>
        <p14:section name="Untitled Section" id="{2DC1DCD1-FCBA-4DDF-B1D8-E1F1F9B2BCC3}">
          <p14:sldIdLst>
            <p14:sldId id="287"/>
            <p14:sldId id="288"/>
            <p14:sldId id="278"/>
            <p14:sldId id="275"/>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32AC08-978D-43EE-8A7F-76E978C86BF9}" v="25" dt="2025-12-05T06:22:10.6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GHAL BABAR" userId="5e38c1a087bcc1af" providerId="LiveId" clId="{EA32AC08-978D-43EE-8A7F-76E978C86BF9}"/>
    <pc:docChg chg="undo custSel addSld delSld modSld modSection">
      <pc:chgData name="MOGHAL BABAR" userId="5e38c1a087bcc1af" providerId="LiveId" clId="{EA32AC08-978D-43EE-8A7F-76E978C86BF9}" dt="2025-12-18T14:19:34.685" v="692" actId="14100"/>
      <pc:docMkLst>
        <pc:docMk/>
      </pc:docMkLst>
      <pc:sldChg chg="modSp mod">
        <pc:chgData name="MOGHAL BABAR" userId="5e38c1a087bcc1af" providerId="LiveId" clId="{EA32AC08-978D-43EE-8A7F-76E978C86BF9}" dt="2025-12-05T05:09:19.727" v="502" actId="20577"/>
        <pc:sldMkLst>
          <pc:docMk/>
          <pc:sldMk cId="1488576554" sldId="269"/>
        </pc:sldMkLst>
        <pc:spChg chg="mod">
          <ac:chgData name="MOGHAL BABAR" userId="5e38c1a087bcc1af" providerId="LiveId" clId="{EA32AC08-978D-43EE-8A7F-76E978C86BF9}" dt="2025-12-05T05:09:19.727" v="502" actId="20577"/>
          <ac:spMkLst>
            <pc:docMk/>
            <pc:sldMk cId="1488576554" sldId="269"/>
            <ac:spMk id="9" creationId="{0BAA4F36-AB00-F2C4-B47F-6381355DE604}"/>
          </ac:spMkLst>
        </pc:spChg>
      </pc:sldChg>
      <pc:sldChg chg="modSp mod">
        <pc:chgData name="MOGHAL BABAR" userId="5e38c1a087bcc1af" providerId="LiveId" clId="{EA32AC08-978D-43EE-8A7F-76E978C86BF9}" dt="2025-12-05T05:33:46.445" v="661" actId="20577"/>
        <pc:sldMkLst>
          <pc:docMk/>
          <pc:sldMk cId="1259738044" sldId="270"/>
        </pc:sldMkLst>
        <pc:spChg chg="mod">
          <ac:chgData name="MOGHAL BABAR" userId="5e38c1a087bcc1af" providerId="LiveId" clId="{EA32AC08-978D-43EE-8A7F-76E978C86BF9}" dt="2025-12-05T05:33:46.445" v="661" actId="20577"/>
          <ac:spMkLst>
            <pc:docMk/>
            <pc:sldMk cId="1259738044" sldId="270"/>
            <ac:spMk id="9" creationId="{0BAA4F36-AB00-F2C4-B47F-6381355DE604}"/>
          </ac:spMkLst>
        </pc:spChg>
      </pc:sldChg>
      <pc:sldChg chg="modSp mod">
        <pc:chgData name="MOGHAL BABAR" userId="5e38c1a087bcc1af" providerId="LiveId" clId="{EA32AC08-978D-43EE-8A7F-76E978C86BF9}" dt="2025-12-05T06:22:42.254" v="689" actId="20577"/>
        <pc:sldMkLst>
          <pc:docMk/>
          <pc:sldMk cId="909807168" sldId="286"/>
        </pc:sldMkLst>
        <pc:spChg chg="mod">
          <ac:chgData name="MOGHAL BABAR" userId="5e38c1a087bcc1af" providerId="LiveId" clId="{EA32AC08-978D-43EE-8A7F-76E978C86BF9}" dt="2025-12-05T06:22:42.254" v="689" actId="20577"/>
          <ac:spMkLst>
            <pc:docMk/>
            <pc:sldMk cId="909807168" sldId="286"/>
            <ac:spMk id="11" creationId="{8775D7D3-307C-5FBE-2FDD-AAD36DB8D633}"/>
          </ac:spMkLst>
        </pc:spChg>
      </pc:sldChg>
      <pc:sldChg chg="modSp mod">
        <pc:chgData name="MOGHAL BABAR" userId="5e38c1a087bcc1af" providerId="LiveId" clId="{EA32AC08-978D-43EE-8A7F-76E978C86BF9}" dt="2025-12-05T06:22:50.089" v="691" actId="20577"/>
        <pc:sldMkLst>
          <pc:docMk/>
          <pc:sldMk cId="3629258846" sldId="287"/>
        </pc:sldMkLst>
        <pc:spChg chg="mod">
          <ac:chgData name="MOGHAL BABAR" userId="5e38c1a087bcc1af" providerId="LiveId" clId="{EA32AC08-978D-43EE-8A7F-76E978C86BF9}" dt="2025-12-05T06:22:50.089" v="691" actId="20577"/>
          <ac:spMkLst>
            <pc:docMk/>
            <pc:sldMk cId="3629258846" sldId="287"/>
            <ac:spMk id="11" creationId="{8775D7D3-307C-5FBE-2FDD-AAD36DB8D633}"/>
          </ac:spMkLst>
        </pc:spChg>
      </pc:sldChg>
      <pc:sldChg chg="modSp mod">
        <pc:chgData name="MOGHAL BABAR" userId="5e38c1a087bcc1af" providerId="LiveId" clId="{EA32AC08-978D-43EE-8A7F-76E978C86BF9}" dt="2025-12-05T06:22:27.711" v="687" actId="20577"/>
        <pc:sldMkLst>
          <pc:docMk/>
          <pc:sldMk cId="3702717663" sldId="289"/>
        </pc:sldMkLst>
        <pc:spChg chg="mod">
          <ac:chgData name="MOGHAL BABAR" userId="5e38c1a087bcc1af" providerId="LiveId" clId="{EA32AC08-978D-43EE-8A7F-76E978C86BF9}" dt="2025-12-05T06:22:27.711" v="687" actId="20577"/>
          <ac:spMkLst>
            <pc:docMk/>
            <pc:sldMk cId="3702717663" sldId="289"/>
            <ac:spMk id="2" creationId="{2F752F96-764E-69BE-D709-C6BBD279ED77}"/>
          </ac:spMkLst>
        </pc:spChg>
      </pc:sldChg>
      <pc:sldChg chg="addSp delSp modSp new mod">
        <pc:chgData name="MOGHAL BABAR" userId="5e38c1a087bcc1af" providerId="LiveId" clId="{EA32AC08-978D-43EE-8A7F-76E978C86BF9}" dt="2025-12-05T05:18:13.964" v="578" actId="20577"/>
        <pc:sldMkLst>
          <pc:docMk/>
          <pc:sldMk cId="1388558053" sldId="290"/>
        </pc:sldMkLst>
        <pc:spChg chg="mod">
          <ac:chgData name="MOGHAL BABAR" userId="5e38c1a087bcc1af" providerId="LiveId" clId="{EA32AC08-978D-43EE-8A7F-76E978C86BF9}" dt="2025-12-05T05:10:31.226" v="516" actId="113"/>
          <ac:spMkLst>
            <pc:docMk/>
            <pc:sldMk cId="1388558053" sldId="290"/>
            <ac:spMk id="2" creationId="{340D9C37-10AD-6741-62F5-2BF7318C548F}"/>
          </ac:spMkLst>
        </pc:spChg>
        <pc:spChg chg="mod">
          <ac:chgData name="MOGHAL BABAR" userId="5e38c1a087bcc1af" providerId="LiveId" clId="{EA32AC08-978D-43EE-8A7F-76E978C86BF9}" dt="2025-12-05T05:18:13.964" v="578" actId="20577"/>
          <ac:spMkLst>
            <pc:docMk/>
            <pc:sldMk cId="1388558053" sldId="290"/>
            <ac:spMk id="5" creationId="{0B5CE66C-BD72-A225-D45A-E9EED1401D6B}"/>
          </ac:spMkLst>
        </pc:spChg>
        <pc:spChg chg="add mod">
          <ac:chgData name="MOGHAL BABAR" userId="5e38c1a087bcc1af" providerId="LiveId" clId="{EA32AC08-978D-43EE-8A7F-76E978C86BF9}" dt="2025-12-05T05:13:48.365" v="575" actId="20577"/>
          <ac:spMkLst>
            <pc:docMk/>
            <pc:sldMk cId="1388558053" sldId="290"/>
            <ac:spMk id="7" creationId="{86CE1E8C-467F-8B2E-33BF-CF2BDA6306D1}"/>
          </ac:spMkLst>
        </pc:spChg>
      </pc:sldChg>
      <pc:sldChg chg="addSp delSp modSp new del mod chgLayout">
        <pc:chgData name="MOGHAL BABAR" userId="5e38c1a087bcc1af" providerId="LiveId" clId="{EA32AC08-978D-43EE-8A7F-76E978C86BF9}" dt="2025-12-05T05:05:05.153" v="5" actId="680"/>
        <pc:sldMkLst>
          <pc:docMk/>
          <pc:sldMk cId="4041389669" sldId="290"/>
        </pc:sldMkLst>
      </pc:sldChg>
      <pc:sldChg chg="add del">
        <pc:chgData name="MOGHAL BABAR" userId="5e38c1a087bcc1af" providerId="LiveId" clId="{EA32AC08-978D-43EE-8A7F-76E978C86BF9}" dt="2025-12-05T05:05:02.862" v="3"/>
        <pc:sldMkLst>
          <pc:docMk/>
          <pc:sldMk cId="1820179312" sldId="291"/>
        </pc:sldMkLst>
      </pc:sldChg>
      <pc:sldChg chg="modSp new mod">
        <pc:chgData name="MOGHAL BABAR" userId="5e38c1a087bcc1af" providerId="LiveId" clId="{EA32AC08-978D-43EE-8A7F-76E978C86BF9}" dt="2025-12-05T05:19:53.218" v="586" actId="27636"/>
        <pc:sldMkLst>
          <pc:docMk/>
          <pc:sldMk cId="2202841860" sldId="291"/>
        </pc:sldMkLst>
        <pc:spChg chg="mod">
          <ac:chgData name="MOGHAL BABAR" userId="5e38c1a087bcc1af" providerId="LiveId" clId="{EA32AC08-978D-43EE-8A7F-76E978C86BF9}" dt="2025-12-05T05:19:53.218" v="586" actId="27636"/>
          <ac:spMkLst>
            <pc:docMk/>
            <pc:sldMk cId="2202841860" sldId="291"/>
            <ac:spMk id="2" creationId="{510772A9-E531-0387-DBED-EE72A9D3BEEB}"/>
          </ac:spMkLst>
        </pc:spChg>
        <pc:spChg chg="mod">
          <ac:chgData name="MOGHAL BABAR" userId="5e38c1a087bcc1af" providerId="LiveId" clId="{EA32AC08-978D-43EE-8A7F-76E978C86BF9}" dt="2025-12-05T05:19:41.734" v="581" actId="20577"/>
          <ac:spMkLst>
            <pc:docMk/>
            <pc:sldMk cId="2202841860" sldId="291"/>
            <ac:spMk id="3" creationId="{03FC20F1-F1B8-1EA7-0944-430A702CFAB3}"/>
          </ac:spMkLst>
        </pc:spChg>
      </pc:sldChg>
      <pc:sldChg chg="modSp new mod">
        <pc:chgData name="MOGHAL BABAR" userId="5e38c1a087bcc1af" providerId="LiveId" clId="{EA32AC08-978D-43EE-8A7F-76E978C86BF9}" dt="2025-12-05T05:21:01.679" v="593" actId="113"/>
        <pc:sldMkLst>
          <pc:docMk/>
          <pc:sldMk cId="702269766" sldId="292"/>
        </pc:sldMkLst>
        <pc:spChg chg="mod">
          <ac:chgData name="MOGHAL BABAR" userId="5e38c1a087bcc1af" providerId="LiveId" clId="{EA32AC08-978D-43EE-8A7F-76E978C86BF9}" dt="2025-12-05T05:20:52.590" v="592" actId="27636"/>
          <ac:spMkLst>
            <pc:docMk/>
            <pc:sldMk cId="702269766" sldId="292"/>
            <ac:spMk id="2" creationId="{33444199-CA76-0DF1-AD25-38B1254DD1C4}"/>
          </ac:spMkLst>
        </pc:spChg>
        <pc:spChg chg="mod">
          <ac:chgData name="MOGHAL BABAR" userId="5e38c1a087bcc1af" providerId="LiveId" clId="{EA32AC08-978D-43EE-8A7F-76E978C86BF9}" dt="2025-12-05T05:21:01.679" v="593" actId="113"/>
          <ac:spMkLst>
            <pc:docMk/>
            <pc:sldMk cId="702269766" sldId="292"/>
            <ac:spMk id="3" creationId="{80382890-B247-DB92-AF2A-CD30020CC138}"/>
          </ac:spMkLst>
        </pc:spChg>
      </pc:sldChg>
      <pc:sldChg chg="modSp new mod">
        <pc:chgData name="MOGHAL BABAR" userId="5e38c1a087bcc1af" providerId="LiveId" clId="{EA32AC08-978D-43EE-8A7F-76E978C86BF9}" dt="2025-12-05T05:22:15.048" v="603" actId="20577"/>
        <pc:sldMkLst>
          <pc:docMk/>
          <pc:sldMk cId="2050892748" sldId="293"/>
        </pc:sldMkLst>
        <pc:spChg chg="mod">
          <ac:chgData name="MOGHAL BABAR" userId="5e38c1a087bcc1af" providerId="LiveId" clId="{EA32AC08-978D-43EE-8A7F-76E978C86BF9}" dt="2025-12-05T05:22:09.389" v="602" actId="27636"/>
          <ac:spMkLst>
            <pc:docMk/>
            <pc:sldMk cId="2050892748" sldId="293"/>
            <ac:spMk id="2" creationId="{F673E7EF-5762-CF97-C2F9-FA9387CA6F15}"/>
          </ac:spMkLst>
        </pc:spChg>
        <pc:spChg chg="mod">
          <ac:chgData name="MOGHAL BABAR" userId="5e38c1a087bcc1af" providerId="LiveId" clId="{EA32AC08-978D-43EE-8A7F-76E978C86BF9}" dt="2025-12-05T05:22:15.048" v="603" actId="20577"/>
          <ac:spMkLst>
            <pc:docMk/>
            <pc:sldMk cId="2050892748" sldId="293"/>
            <ac:spMk id="3" creationId="{8B42347F-6A95-34F5-6A5C-23BD2B8C8A7A}"/>
          </ac:spMkLst>
        </pc:spChg>
      </pc:sldChg>
      <pc:sldChg chg="modSp new mod">
        <pc:chgData name="MOGHAL BABAR" userId="5e38c1a087bcc1af" providerId="LiveId" clId="{EA32AC08-978D-43EE-8A7F-76E978C86BF9}" dt="2025-12-05T05:24:14.182" v="610"/>
        <pc:sldMkLst>
          <pc:docMk/>
          <pc:sldMk cId="1500818016" sldId="294"/>
        </pc:sldMkLst>
        <pc:spChg chg="mod">
          <ac:chgData name="MOGHAL BABAR" userId="5e38c1a087bcc1af" providerId="LiveId" clId="{EA32AC08-978D-43EE-8A7F-76E978C86BF9}" dt="2025-12-05T05:24:14.182" v="610"/>
          <ac:spMkLst>
            <pc:docMk/>
            <pc:sldMk cId="1500818016" sldId="294"/>
            <ac:spMk id="2" creationId="{B3C3AC89-3408-4BC0-2040-1F6D8A70BF4F}"/>
          </ac:spMkLst>
        </pc:spChg>
        <pc:spChg chg="mod">
          <ac:chgData name="MOGHAL BABAR" userId="5e38c1a087bcc1af" providerId="LiveId" clId="{EA32AC08-978D-43EE-8A7F-76E978C86BF9}" dt="2025-12-05T05:24:11.566" v="609" actId="5793"/>
          <ac:spMkLst>
            <pc:docMk/>
            <pc:sldMk cId="1500818016" sldId="294"/>
            <ac:spMk id="3" creationId="{7D459BB8-368F-6C36-2C7E-F6F793CFB1ED}"/>
          </ac:spMkLst>
        </pc:spChg>
      </pc:sldChg>
      <pc:sldChg chg="modSp new mod">
        <pc:chgData name="MOGHAL BABAR" userId="5e38c1a087bcc1af" providerId="LiveId" clId="{EA32AC08-978D-43EE-8A7F-76E978C86BF9}" dt="2025-12-18T14:19:34.685" v="692" actId="14100"/>
        <pc:sldMkLst>
          <pc:docMk/>
          <pc:sldMk cId="2001360471" sldId="295"/>
        </pc:sldMkLst>
        <pc:spChg chg="mod">
          <ac:chgData name="MOGHAL BABAR" userId="5e38c1a087bcc1af" providerId="LiveId" clId="{EA32AC08-978D-43EE-8A7F-76E978C86BF9}" dt="2025-12-18T14:19:34.685" v="692" actId="14100"/>
          <ac:spMkLst>
            <pc:docMk/>
            <pc:sldMk cId="2001360471" sldId="295"/>
            <ac:spMk id="2" creationId="{485309A1-0594-D566-5FF7-F7BF48F4AE8A}"/>
          </ac:spMkLst>
        </pc:spChg>
        <pc:spChg chg="mod">
          <ac:chgData name="MOGHAL BABAR" userId="5e38c1a087bcc1af" providerId="LiveId" clId="{EA32AC08-978D-43EE-8A7F-76E978C86BF9}" dt="2025-12-05T05:24:54.224" v="613" actId="20577"/>
          <ac:spMkLst>
            <pc:docMk/>
            <pc:sldMk cId="2001360471" sldId="295"/>
            <ac:spMk id="3" creationId="{1A59380F-9825-B531-BC42-0FB8FD8A8A98}"/>
          </ac:spMkLst>
        </pc:spChg>
      </pc:sldChg>
      <pc:sldChg chg="modSp new mod">
        <pc:chgData name="MOGHAL BABAR" userId="5e38c1a087bcc1af" providerId="LiveId" clId="{EA32AC08-978D-43EE-8A7F-76E978C86BF9}" dt="2025-12-05T06:18:30.145" v="679" actId="1076"/>
        <pc:sldMkLst>
          <pc:docMk/>
          <pc:sldMk cId="2941715570" sldId="296"/>
        </pc:sldMkLst>
        <pc:spChg chg="mod">
          <ac:chgData name="MOGHAL BABAR" userId="5e38c1a087bcc1af" providerId="LiveId" clId="{EA32AC08-978D-43EE-8A7F-76E978C86BF9}" dt="2025-12-05T06:18:30.145" v="679" actId="1076"/>
          <ac:spMkLst>
            <pc:docMk/>
            <pc:sldMk cId="2941715570" sldId="296"/>
            <ac:spMk id="2" creationId="{8966FDB8-499B-6A8D-D0FD-09FDEBAD85B2}"/>
          </ac:spMkLst>
        </pc:spChg>
        <pc:spChg chg="mod">
          <ac:chgData name="MOGHAL BABAR" userId="5e38c1a087bcc1af" providerId="LiveId" clId="{EA32AC08-978D-43EE-8A7F-76E978C86BF9}" dt="2025-12-05T05:25:53.387" v="659" actId="5793"/>
          <ac:spMkLst>
            <pc:docMk/>
            <pc:sldMk cId="2941715570" sldId="296"/>
            <ac:spMk id="3" creationId="{3203CDD3-FFBE-9FF0-F717-670AD3105D4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E54B32-75F3-4422-B93E-E4C0D8CD3E62}"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IN"/>
        </a:p>
      </dgm:t>
    </dgm:pt>
    <dgm:pt modelId="{638CFFDC-33F1-46B2-880A-1F37914770B2}">
      <dgm:prSet phldrT="[Text]" custT="1"/>
      <dgm:spPr>
        <a:xfrm rot="10800000">
          <a:off x="0" y="2105"/>
          <a:ext cx="3098165" cy="954234"/>
        </a:xfrm>
      </dgm:spPr>
      <dgm:t>
        <a:bodyPr/>
        <a:lstStyle/>
        <a:p>
          <a:pPr algn="ctr">
            <a:buNone/>
          </a:pPr>
          <a:r>
            <a:rPr lang="en-IN" sz="1600" b="1" dirty="0"/>
            <a:t>Input Image</a:t>
          </a:r>
          <a:endParaRPr lang="en-IN" sz="1600" dirty="0">
            <a:latin typeface="Calibri" panose="020F0502020204030204"/>
            <a:ea typeface="+mn-ea"/>
            <a:cs typeface="+mn-cs"/>
          </a:endParaRPr>
        </a:p>
      </dgm:t>
    </dgm:pt>
    <dgm:pt modelId="{21D268C0-9705-480F-A8C3-9E68C2C180E2}" type="parTrans" cxnId="{F97F570B-6446-4215-9A14-920235A0E0AC}">
      <dgm:prSet/>
      <dgm:spPr/>
      <dgm:t>
        <a:bodyPr/>
        <a:lstStyle/>
        <a:p>
          <a:pPr algn="ctr"/>
          <a:endParaRPr lang="en-IN"/>
        </a:p>
      </dgm:t>
    </dgm:pt>
    <dgm:pt modelId="{8D8DF4DF-485B-4E48-949B-40FB96D3C961}" type="sibTrans" cxnId="{F97F570B-6446-4215-9A14-920235A0E0AC}">
      <dgm:prSet/>
      <dgm:spPr/>
      <dgm:t>
        <a:bodyPr/>
        <a:lstStyle/>
        <a:p>
          <a:pPr algn="ctr"/>
          <a:endParaRPr lang="en-IN"/>
        </a:p>
      </dgm:t>
    </dgm:pt>
    <dgm:pt modelId="{71D74DC8-33F0-42BF-915E-6AFAD90648D7}">
      <dgm:prSet phldrT="[Text]" custT="1"/>
      <dgm:spPr>
        <a:xfrm rot="10800000">
          <a:off x="0" y="947033"/>
          <a:ext cx="3098165" cy="954234"/>
        </a:xfrm>
      </dgm:spPr>
      <dgm:t>
        <a:bodyPr/>
        <a:lstStyle/>
        <a:p>
          <a:pPr algn="ctr">
            <a:buNone/>
          </a:pPr>
          <a:r>
            <a:rPr lang="en-IN" sz="1600" dirty="0">
              <a:latin typeface="Calibri" panose="020F0502020204030204"/>
              <a:ea typeface="+mn-ea"/>
              <a:cs typeface="+mn-cs"/>
            </a:rPr>
            <a:t>Pre - Processing</a:t>
          </a:r>
        </a:p>
      </dgm:t>
    </dgm:pt>
    <dgm:pt modelId="{26F55AC4-3099-42F4-B82A-DF7F2BE6A17E}" type="parTrans" cxnId="{5FC91A0E-8578-43A1-8B79-9065CDA8D9A0}">
      <dgm:prSet/>
      <dgm:spPr/>
      <dgm:t>
        <a:bodyPr/>
        <a:lstStyle/>
        <a:p>
          <a:pPr algn="ctr"/>
          <a:endParaRPr lang="en-IN"/>
        </a:p>
      </dgm:t>
    </dgm:pt>
    <dgm:pt modelId="{AAE6B3E8-1840-4B33-B147-8FAC83694364}" type="sibTrans" cxnId="{5FC91A0E-8578-43A1-8B79-9065CDA8D9A0}">
      <dgm:prSet/>
      <dgm:spPr/>
      <dgm:t>
        <a:bodyPr/>
        <a:lstStyle/>
        <a:p>
          <a:pPr algn="ctr"/>
          <a:endParaRPr lang="en-IN"/>
        </a:p>
      </dgm:t>
    </dgm:pt>
    <dgm:pt modelId="{7C336DE3-92BE-414B-BE79-3DB298A8ECF2}">
      <dgm:prSet phldrT="[Text]" custT="1"/>
      <dgm:spPr>
        <a:xfrm rot="10800000">
          <a:off x="0" y="1891960"/>
          <a:ext cx="3098165" cy="954234"/>
        </a:xfrm>
      </dgm:spPr>
      <dgm:t>
        <a:bodyPr/>
        <a:lstStyle/>
        <a:p>
          <a:pPr algn="ctr">
            <a:buNone/>
          </a:pPr>
          <a:r>
            <a:rPr lang="en-IN" sz="1600" dirty="0">
              <a:latin typeface="Calibri" panose="020F0502020204030204"/>
              <a:ea typeface="+mn-ea"/>
              <a:cs typeface="+mn-cs"/>
            </a:rPr>
            <a:t>Feature Extraction (Encoder)</a:t>
          </a:r>
        </a:p>
      </dgm:t>
    </dgm:pt>
    <dgm:pt modelId="{D4713B9A-6334-417F-ADA4-F8206F466322}" type="parTrans" cxnId="{E0B4C879-3B9E-45B6-9C43-4C8D399D5C43}">
      <dgm:prSet/>
      <dgm:spPr/>
      <dgm:t>
        <a:bodyPr/>
        <a:lstStyle/>
        <a:p>
          <a:pPr algn="ctr"/>
          <a:endParaRPr lang="en-IN"/>
        </a:p>
      </dgm:t>
    </dgm:pt>
    <dgm:pt modelId="{3AB84B9B-4273-42EE-8ACB-94F1AE8A1FF1}" type="sibTrans" cxnId="{E0B4C879-3B9E-45B6-9C43-4C8D399D5C43}">
      <dgm:prSet/>
      <dgm:spPr/>
      <dgm:t>
        <a:bodyPr/>
        <a:lstStyle/>
        <a:p>
          <a:pPr algn="ctr"/>
          <a:endParaRPr lang="en-IN"/>
        </a:p>
      </dgm:t>
    </dgm:pt>
    <dgm:pt modelId="{0EC1F241-32AD-4AD4-9AA7-FCD1A9E386E7}">
      <dgm:prSet phldrT="[Text]"/>
      <dgm:spPr>
        <a:xfrm>
          <a:off x="0" y="2226897"/>
          <a:ext cx="3098165" cy="285316"/>
        </a:xfrm>
      </dgm:spPr>
      <dgm:t>
        <a:bodyPr/>
        <a:lstStyle/>
        <a:p>
          <a:pPr algn="ctr">
            <a:buNone/>
          </a:pPr>
          <a:r>
            <a:rPr lang="en-US" dirty="0" err="1">
              <a:latin typeface="Calibri" panose="020F0502020204030204"/>
              <a:ea typeface="+mn-ea"/>
              <a:cs typeface="+mn-cs"/>
            </a:rPr>
            <a:t>Mobilenet</a:t>
          </a:r>
          <a:r>
            <a:rPr lang="en-US" dirty="0">
              <a:latin typeface="Calibri" panose="020F0502020204030204"/>
              <a:ea typeface="+mn-ea"/>
              <a:cs typeface="+mn-cs"/>
            </a:rPr>
            <a:t> v2 Backbone</a:t>
          </a:r>
          <a:endParaRPr lang="en-IN" dirty="0">
            <a:latin typeface="Calibri" panose="020F0502020204030204"/>
            <a:ea typeface="+mn-ea"/>
            <a:cs typeface="+mn-cs"/>
          </a:endParaRPr>
        </a:p>
      </dgm:t>
    </dgm:pt>
    <dgm:pt modelId="{2192D6EC-6358-4FB7-9536-73129A863AA9}" type="parTrans" cxnId="{84C45338-1985-4DFA-A281-CBCC67CC93E6}">
      <dgm:prSet/>
      <dgm:spPr/>
      <dgm:t>
        <a:bodyPr/>
        <a:lstStyle/>
        <a:p>
          <a:pPr algn="ctr"/>
          <a:endParaRPr lang="en-IN"/>
        </a:p>
      </dgm:t>
    </dgm:pt>
    <dgm:pt modelId="{0EC2CE75-69C0-4030-931A-49B2ACF00144}" type="sibTrans" cxnId="{84C45338-1985-4DFA-A281-CBCC67CC93E6}">
      <dgm:prSet/>
      <dgm:spPr/>
      <dgm:t>
        <a:bodyPr/>
        <a:lstStyle/>
        <a:p>
          <a:pPr algn="ctr"/>
          <a:endParaRPr lang="en-IN"/>
        </a:p>
      </dgm:t>
    </dgm:pt>
    <dgm:pt modelId="{18173DBB-35E0-4755-9217-4F26DD009828}">
      <dgm:prSet phldrT="[Text]"/>
      <dgm:spPr>
        <a:xfrm>
          <a:off x="1549082" y="1281969"/>
          <a:ext cx="1549082" cy="285316"/>
        </a:xfrm>
      </dgm:spPr>
      <dgm:t>
        <a:bodyPr/>
        <a:lstStyle/>
        <a:p>
          <a:pPr algn="ctr">
            <a:buNone/>
          </a:pPr>
          <a:r>
            <a:rPr lang="en-US" dirty="0">
              <a:latin typeface="Calibri" panose="020F0502020204030204"/>
              <a:ea typeface="+mn-ea"/>
              <a:cs typeface="+mn-cs"/>
            </a:rPr>
            <a:t>Image Resizing</a:t>
          </a:r>
          <a:endParaRPr lang="en-IN" dirty="0">
            <a:latin typeface="Calibri" panose="020F0502020204030204"/>
            <a:ea typeface="+mn-ea"/>
            <a:cs typeface="+mn-cs"/>
          </a:endParaRPr>
        </a:p>
      </dgm:t>
    </dgm:pt>
    <dgm:pt modelId="{2ED58247-C8DC-4569-BF2E-5D49ACB45D10}" type="sibTrans" cxnId="{BEB03507-66C3-4E87-A432-97CE8018D3D3}">
      <dgm:prSet/>
      <dgm:spPr/>
      <dgm:t>
        <a:bodyPr/>
        <a:lstStyle/>
        <a:p>
          <a:pPr algn="ctr"/>
          <a:endParaRPr lang="en-IN"/>
        </a:p>
      </dgm:t>
    </dgm:pt>
    <dgm:pt modelId="{04497C3E-65E6-4B45-A53D-854ED8F30703}" type="parTrans" cxnId="{BEB03507-66C3-4E87-A432-97CE8018D3D3}">
      <dgm:prSet/>
      <dgm:spPr/>
      <dgm:t>
        <a:bodyPr/>
        <a:lstStyle/>
        <a:p>
          <a:pPr algn="ctr"/>
          <a:endParaRPr lang="en-IN"/>
        </a:p>
      </dgm:t>
    </dgm:pt>
    <dgm:pt modelId="{C9847409-0817-4DC1-8DDD-F52A0F2E9EA6}">
      <dgm:prSet phldrT="[Text]" custT="1"/>
      <dgm:spPr>
        <a:xfrm rot="10800000">
          <a:off x="0" y="2836888"/>
          <a:ext cx="3098165" cy="954234"/>
        </a:xfrm>
      </dgm:spPr>
      <dgm:t>
        <a:bodyPr/>
        <a:lstStyle/>
        <a:p>
          <a:pPr algn="ctr">
            <a:buNone/>
          </a:pPr>
          <a:r>
            <a:rPr lang="en-IN" sz="1600" dirty="0">
              <a:latin typeface="Calibri" panose="020F0502020204030204"/>
              <a:ea typeface="+mn-ea"/>
              <a:cs typeface="+mn-cs"/>
            </a:rPr>
            <a:t>Noise </a:t>
          </a:r>
          <a:r>
            <a:rPr lang="en-IN" sz="1600" dirty="0" err="1">
              <a:latin typeface="Calibri" panose="020F0502020204030204"/>
              <a:ea typeface="+mn-ea"/>
              <a:cs typeface="+mn-cs"/>
            </a:rPr>
            <a:t>Reboust</a:t>
          </a:r>
          <a:r>
            <a:rPr lang="en-IN" sz="1600" dirty="0">
              <a:latin typeface="Calibri" panose="020F0502020204030204"/>
              <a:ea typeface="+mn-ea"/>
              <a:cs typeface="+mn-cs"/>
            </a:rPr>
            <a:t> Learning Module</a:t>
          </a:r>
        </a:p>
      </dgm:t>
    </dgm:pt>
    <dgm:pt modelId="{36B47FD9-2B08-4BDB-959D-B954BB55CCF0}" type="parTrans" cxnId="{7206BA01-82B4-4A5D-910F-7F1E0E842451}">
      <dgm:prSet/>
      <dgm:spPr/>
      <dgm:t>
        <a:bodyPr/>
        <a:lstStyle/>
        <a:p>
          <a:pPr algn="ctr"/>
          <a:endParaRPr lang="en-IN"/>
        </a:p>
      </dgm:t>
    </dgm:pt>
    <dgm:pt modelId="{9E5C3743-2BD0-4034-B85D-8B187C6F49F2}" type="sibTrans" cxnId="{7206BA01-82B4-4A5D-910F-7F1E0E842451}">
      <dgm:prSet/>
      <dgm:spPr/>
      <dgm:t>
        <a:bodyPr/>
        <a:lstStyle/>
        <a:p>
          <a:pPr algn="ctr"/>
          <a:endParaRPr lang="en-IN"/>
        </a:p>
      </dgm:t>
    </dgm:pt>
    <dgm:pt modelId="{D5C29DB1-9711-43D6-BC76-864DBF0E460C}">
      <dgm:prSet phldrT="[Text]"/>
      <dgm:spPr>
        <a:xfrm>
          <a:off x="0" y="3168894"/>
          <a:ext cx="3098165" cy="285316"/>
        </a:xfrm>
      </dgm:spPr>
      <dgm:t>
        <a:bodyPr/>
        <a:lstStyle/>
        <a:p>
          <a:pPr algn="ctr">
            <a:buNone/>
          </a:pPr>
          <a:r>
            <a:rPr lang="en-US" dirty="0">
              <a:latin typeface="Calibri" panose="020F0502020204030204"/>
              <a:ea typeface="+mn-ea"/>
              <a:cs typeface="+mn-cs"/>
            </a:rPr>
            <a:t>Noise </a:t>
          </a:r>
          <a:r>
            <a:rPr lang="en-US" dirty="0" err="1">
              <a:latin typeface="Calibri" panose="020F0502020204030204"/>
              <a:ea typeface="+mn-ea"/>
              <a:cs typeface="+mn-cs"/>
            </a:rPr>
            <a:t>Agumentation</a:t>
          </a:r>
          <a:endParaRPr lang="en-IN" dirty="0">
            <a:latin typeface="Calibri" panose="020F0502020204030204"/>
            <a:ea typeface="+mn-ea"/>
            <a:cs typeface="+mn-cs"/>
          </a:endParaRPr>
        </a:p>
      </dgm:t>
    </dgm:pt>
    <dgm:pt modelId="{867A5981-BCF6-43B3-A911-EC888F307F23}" type="parTrans" cxnId="{EB6A68CB-FAB1-4989-906B-BCD29C470F25}">
      <dgm:prSet/>
      <dgm:spPr/>
      <dgm:t>
        <a:bodyPr/>
        <a:lstStyle/>
        <a:p>
          <a:pPr algn="ctr"/>
          <a:endParaRPr lang="en-IN"/>
        </a:p>
      </dgm:t>
    </dgm:pt>
    <dgm:pt modelId="{10840A40-5A4E-462C-A37B-E5B0D19F2F4D}" type="sibTrans" cxnId="{EB6A68CB-FAB1-4989-906B-BCD29C470F25}">
      <dgm:prSet/>
      <dgm:spPr/>
      <dgm:t>
        <a:bodyPr/>
        <a:lstStyle/>
        <a:p>
          <a:pPr algn="ctr"/>
          <a:endParaRPr lang="en-IN"/>
        </a:p>
      </dgm:t>
    </dgm:pt>
    <dgm:pt modelId="{059BB6B2-6786-48E6-872A-6AF1FBE1410A}">
      <dgm:prSet phldrT="[Text]"/>
      <dgm:spPr>
        <a:xfrm>
          <a:off x="378" y="4104444"/>
          <a:ext cx="619481" cy="285401"/>
        </a:xfrm>
      </dgm:spPr>
      <dgm:t>
        <a:bodyPr/>
        <a:lstStyle/>
        <a:p>
          <a:pPr algn="ctr">
            <a:buNone/>
          </a:pPr>
          <a:r>
            <a:rPr lang="en-US" dirty="0">
              <a:latin typeface="Calibri" panose="020F0502020204030204"/>
              <a:ea typeface="+mn-ea"/>
              <a:cs typeface="+mn-cs"/>
            </a:rPr>
            <a:t>Logistic Regression Classifier</a:t>
          </a:r>
          <a:endParaRPr lang="en-IN" dirty="0">
            <a:latin typeface="Calibri" panose="020F0502020204030204"/>
            <a:ea typeface="+mn-ea"/>
            <a:cs typeface="+mn-cs"/>
          </a:endParaRPr>
        </a:p>
      </dgm:t>
    </dgm:pt>
    <dgm:pt modelId="{30E9CC8E-B67E-4867-8C75-0377E3CBD35C}" type="parTrans" cxnId="{0758700D-28C4-4C01-B3BC-8AFCF0049B09}">
      <dgm:prSet/>
      <dgm:spPr/>
      <dgm:t>
        <a:bodyPr/>
        <a:lstStyle/>
        <a:p>
          <a:pPr algn="ctr"/>
          <a:endParaRPr lang="en-IN"/>
        </a:p>
      </dgm:t>
    </dgm:pt>
    <dgm:pt modelId="{84E00920-CC1F-4A0E-B650-6424CAAA7FC5}" type="sibTrans" cxnId="{0758700D-28C4-4C01-B3BC-8AFCF0049B09}">
      <dgm:prSet/>
      <dgm:spPr/>
      <dgm:t>
        <a:bodyPr/>
        <a:lstStyle/>
        <a:p>
          <a:pPr algn="ctr"/>
          <a:endParaRPr lang="en-IN"/>
        </a:p>
      </dgm:t>
    </dgm:pt>
    <dgm:pt modelId="{322F7058-89F6-4D25-858F-0D11DF0A1059}">
      <dgm:prSet/>
      <dgm:spPr/>
      <dgm:t>
        <a:bodyPr/>
        <a:lstStyle/>
        <a:p>
          <a:r>
            <a:rPr lang="en-US" dirty="0"/>
            <a:t>Noise simulation</a:t>
          </a:r>
          <a:endParaRPr lang="en-IN" dirty="0"/>
        </a:p>
      </dgm:t>
    </dgm:pt>
    <dgm:pt modelId="{19F6DF71-19E7-4A62-AA64-216E00710F27}" type="parTrans" cxnId="{81E2CEA3-2AB1-4C8F-84E2-E4F59A01E8B9}">
      <dgm:prSet/>
      <dgm:spPr/>
      <dgm:t>
        <a:bodyPr/>
        <a:lstStyle/>
        <a:p>
          <a:endParaRPr lang="en-IN"/>
        </a:p>
      </dgm:t>
    </dgm:pt>
    <dgm:pt modelId="{FAC80183-20F5-4ABA-AEE7-5C5B6E6E9C9F}" type="sibTrans" cxnId="{81E2CEA3-2AB1-4C8F-84E2-E4F59A01E8B9}">
      <dgm:prSet/>
      <dgm:spPr/>
      <dgm:t>
        <a:bodyPr/>
        <a:lstStyle/>
        <a:p>
          <a:endParaRPr lang="en-IN"/>
        </a:p>
      </dgm:t>
    </dgm:pt>
    <dgm:pt modelId="{2B94805E-2D3C-438F-AB75-CAB89694C22F}">
      <dgm:prSet/>
      <dgm:spPr/>
      <dgm:t>
        <a:bodyPr/>
        <a:lstStyle/>
        <a:p>
          <a:r>
            <a:rPr lang="en-US" dirty="0"/>
            <a:t>Transfer Learning</a:t>
          </a:r>
          <a:endParaRPr lang="en-IN" dirty="0"/>
        </a:p>
      </dgm:t>
    </dgm:pt>
    <dgm:pt modelId="{E5C9AB5D-6D64-4F44-A4AE-E9AAB461B0A0}" type="parTrans" cxnId="{39DE87CB-9F66-4573-81B3-1721E78CE795}">
      <dgm:prSet/>
      <dgm:spPr/>
      <dgm:t>
        <a:bodyPr/>
        <a:lstStyle/>
        <a:p>
          <a:endParaRPr lang="en-IN"/>
        </a:p>
      </dgm:t>
    </dgm:pt>
    <dgm:pt modelId="{43D4AEBC-585C-487F-A816-C2A7B30A23C3}" type="sibTrans" cxnId="{39DE87CB-9F66-4573-81B3-1721E78CE795}">
      <dgm:prSet/>
      <dgm:spPr/>
      <dgm:t>
        <a:bodyPr/>
        <a:lstStyle/>
        <a:p>
          <a:endParaRPr lang="en-IN"/>
        </a:p>
      </dgm:t>
    </dgm:pt>
    <dgm:pt modelId="{D5FFF8E4-A2B1-45D7-B06F-96192E3BBC03}">
      <dgm:prSet/>
      <dgm:spPr/>
      <dgm:t>
        <a:bodyPr/>
        <a:lstStyle/>
        <a:p>
          <a:r>
            <a:rPr lang="en-IN" dirty="0"/>
            <a:t> Feature Stabilization</a:t>
          </a:r>
        </a:p>
      </dgm:t>
    </dgm:pt>
    <dgm:pt modelId="{8213D69F-70F7-41B9-B891-BDED5221E560}" type="parTrans" cxnId="{63E886C8-B4FD-47BA-A067-699EB879BA08}">
      <dgm:prSet/>
      <dgm:spPr/>
      <dgm:t>
        <a:bodyPr/>
        <a:lstStyle/>
        <a:p>
          <a:endParaRPr lang="en-IN"/>
        </a:p>
      </dgm:t>
    </dgm:pt>
    <dgm:pt modelId="{E67B2E23-307C-4DC7-9A4A-2E63EBA26474}" type="sibTrans" cxnId="{63E886C8-B4FD-47BA-A067-699EB879BA08}">
      <dgm:prSet/>
      <dgm:spPr/>
      <dgm:t>
        <a:bodyPr/>
        <a:lstStyle/>
        <a:p>
          <a:endParaRPr lang="en-IN"/>
        </a:p>
      </dgm:t>
    </dgm:pt>
    <dgm:pt modelId="{E9E19069-FE12-475C-89AA-0797803E7A35}">
      <dgm:prSet phldrT="[Text]" custT="1"/>
      <dgm:spPr>
        <a:xfrm>
          <a:off x="0" y="3781816"/>
          <a:ext cx="3098165" cy="620438"/>
        </a:xfrm>
      </dgm:spPr>
      <dgm:t>
        <a:bodyPr/>
        <a:lstStyle/>
        <a:p>
          <a:pPr algn="ctr">
            <a:buNone/>
          </a:pPr>
          <a:r>
            <a:rPr lang="en-IN" sz="1600" dirty="0">
              <a:latin typeface="Calibri" panose="020F0502020204030204"/>
              <a:ea typeface="+mn-ea"/>
              <a:cs typeface="+mn-cs"/>
            </a:rPr>
            <a:t>Classification Decoder Network</a:t>
          </a:r>
        </a:p>
      </dgm:t>
    </dgm:pt>
    <dgm:pt modelId="{7A61C48D-9EC5-4292-ACC0-C6A6A52D9F47}" type="parTrans" cxnId="{5CCDCC32-AF69-4E85-9B0B-93BCD2B3BEF0}">
      <dgm:prSet/>
      <dgm:spPr/>
      <dgm:t>
        <a:bodyPr/>
        <a:lstStyle/>
        <a:p>
          <a:pPr algn="ctr"/>
          <a:endParaRPr lang="en-IN"/>
        </a:p>
      </dgm:t>
    </dgm:pt>
    <dgm:pt modelId="{50A09473-8513-483C-9D23-0A63239E7F83}" type="sibTrans" cxnId="{5CCDCC32-AF69-4E85-9B0B-93BCD2B3BEF0}">
      <dgm:prSet/>
      <dgm:spPr/>
      <dgm:t>
        <a:bodyPr/>
        <a:lstStyle/>
        <a:p>
          <a:pPr algn="ctr"/>
          <a:endParaRPr lang="en-IN"/>
        </a:p>
      </dgm:t>
    </dgm:pt>
    <dgm:pt modelId="{CCEA1D9A-EFD8-45A9-9846-305708EF3C6C}">
      <dgm:prSet/>
      <dgm:spPr/>
      <dgm:t>
        <a:bodyPr/>
        <a:lstStyle/>
        <a:p>
          <a:r>
            <a:rPr lang="en-IN" dirty="0"/>
            <a:t> Output Prediction</a:t>
          </a:r>
        </a:p>
      </dgm:t>
    </dgm:pt>
    <dgm:pt modelId="{1AE75EC0-1C00-4789-869C-A4A0DA04F74C}" type="parTrans" cxnId="{63F79141-A199-46EC-BE7B-7D207F80BBA4}">
      <dgm:prSet/>
      <dgm:spPr/>
      <dgm:t>
        <a:bodyPr/>
        <a:lstStyle/>
        <a:p>
          <a:endParaRPr lang="en-IN"/>
        </a:p>
      </dgm:t>
    </dgm:pt>
    <dgm:pt modelId="{B5C330E3-8AFC-436F-B881-CC336673F3C7}" type="sibTrans" cxnId="{63F79141-A199-46EC-BE7B-7D207F80BBA4}">
      <dgm:prSet/>
      <dgm:spPr/>
      <dgm:t>
        <a:bodyPr/>
        <a:lstStyle/>
        <a:p>
          <a:endParaRPr lang="en-IN"/>
        </a:p>
      </dgm:t>
    </dgm:pt>
    <dgm:pt modelId="{17D4CD85-6E76-41E4-BC16-95885F7F0A4B}">
      <dgm:prSet phldrT="[Text]"/>
      <dgm:spPr>
        <a:xfrm>
          <a:off x="0" y="1281969"/>
          <a:ext cx="1549082" cy="285316"/>
        </a:xfrm>
      </dgm:spPr>
      <dgm:t>
        <a:bodyPr/>
        <a:lstStyle/>
        <a:p>
          <a:pPr algn="ctr">
            <a:buNone/>
          </a:pPr>
          <a:r>
            <a:rPr lang="en-US" dirty="0">
              <a:latin typeface="Calibri" panose="020F0502020204030204"/>
              <a:ea typeface="+mn-ea"/>
              <a:cs typeface="+mn-cs"/>
            </a:rPr>
            <a:t>Eyes and face detection</a:t>
          </a:r>
          <a:endParaRPr lang="en-IN" dirty="0">
            <a:latin typeface="Calibri" panose="020F0502020204030204"/>
            <a:ea typeface="+mn-ea"/>
            <a:cs typeface="+mn-cs"/>
          </a:endParaRPr>
        </a:p>
      </dgm:t>
    </dgm:pt>
    <dgm:pt modelId="{E3EDF1ED-3A15-4842-A5D2-27E46DE534FC}" type="sibTrans" cxnId="{07BB1932-60B6-41B6-9E0E-7BB7F04A3137}">
      <dgm:prSet/>
      <dgm:spPr/>
      <dgm:t>
        <a:bodyPr/>
        <a:lstStyle/>
        <a:p>
          <a:pPr algn="ctr"/>
          <a:endParaRPr lang="en-IN"/>
        </a:p>
      </dgm:t>
    </dgm:pt>
    <dgm:pt modelId="{D7601120-F35E-4C39-BB3D-E1A6FE1806D2}" type="parTrans" cxnId="{07BB1932-60B6-41B6-9E0E-7BB7F04A3137}">
      <dgm:prSet/>
      <dgm:spPr/>
      <dgm:t>
        <a:bodyPr/>
        <a:lstStyle/>
        <a:p>
          <a:pPr algn="ctr"/>
          <a:endParaRPr lang="en-IN"/>
        </a:p>
      </dgm:t>
    </dgm:pt>
    <dgm:pt modelId="{0237703D-DC3C-4136-B609-2D56AB41F58D}" type="pres">
      <dgm:prSet presAssocID="{61E54B32-75F3-4422-B93E-E4C0D8CD3E62}" presName="Name0" presStyleCnt="0">
        <dgm:presLayoutVars>
          <dgm:dir/>
          <dgm:animLvl val="lvl"/>
          <dgm:resizeHandles val="exact"/>
        </dgm:presLayoutVars>
      </dgm:prSet>
      <dgm:spPr/>
    </dgm:pt>
    <dgm:pt modelId="{ED7CCB8F-9FE5-41A0-9938-94EDCC28C3EA}" type="pres">
      <dgm:prSet presAssocID="{CCEA1D9A-EFD8-45A9-9846-305708EF3C6C}" presName="boxAndChildren" presStyleCnt="0"/>
      <dgm:spPr/>
    </dgm:pt>
    <dgm:pt modelId="{48B28AD9-F7BE-42B2-BDD4-E497B02F97A5}" type="pres">
      <dgm:prSet presAssocID="{CCEA1D9A-EFD8-45A9-9846-305708EF3C6C}" presName="parentTextBox" presStyleLbl="node1" presStyleIdx="0" presStyleCnt="6"/>
      <dgm:spPr/>
    </dgm:pt>
    <dgm:pt modelId="{6B85EA8A-57F4-4C10-842D-DBDFF4459466}" type="pres">
      <dgm:prSet presAssocID="{50A09473-8513-483C-9D23-0A63239E7F83}" presName="sp" presStyleCnt="0"/>
      <dgm:spPr/>
    </dgm:pt>
    <dgm:pt modelId="{84252DD3-D39E-4C40-BFCA-57A0102CFCB4}" type="pres">
      <dgm:prSet presAssocID="{E9E19069-FE12-475C-89AA-0797803E7A35}" presName="arrowAndChildren" presStyleCnt="0"/>
      <dgm:spPr/>
    </dgm:pt>
    <dgm:pt modelId="{EDB666FD-BBEC-4302-AC6F-2C2E6CD62A0E}" type="pres">
      <dgm:prSet presAssocID="{E9E19069-FE12-475C-89AA-0797803E7A35}" presName="parentTextArrow" presStyleLbl="node1" presStyleIdx="0" presStyleCnt="6"/>
      <dgm:spPr/>
    </dgm:pt>
    <dgm:pt modelId="{13FDF490-B91C-4CD6-8596-0A4AF589843C}" type="pres">
      <dgm:prSet presAssocID="{E9E19069-FE12-475C-89AA-0797803E7A35}" presName="arrow" presStyleLbl="node1" presStyleIdx="1" presStyleCnt="6"/>
      <dgm:spPr/>
    </dgm:pt>
    <dgm:pt modelId="{DEBA95E4-150D-43A0-B068-5CAF9597D7A3}" type="pres">
      <dgm:prSet presAssocID="{E9E19069-FE12-475C-89AA-0797803E7A35}" presName="descendantArrow" presStyleCnt="0"/>
      <dgm:spPr/>
    </dgm:pt>
    <dgm:pt modelId="{1703966E-4BBB-43E3-964F-93E9135FACF2}" type="pres">
      <dgm:prSet presAssocID="{059BB6B2-6786-48E6-872A-6AF1FBE1410A}" presName="childTextArrow" presStyleLbl="fgAccFollowNode1" presStyleIdx="0" presStyleCnt="8">
        <dgm:presLayoutVars>
          <dgm:bulletEnabled val="1"/>
        </dgm:presLayoutVars>
      </dgm:prSet>
      <dgm:spPr/>
    </dgm:pt>
    <dgm:pt modelId="{26A3938E-6676-4D21-85A6-09A372ECDE46}" type="pres">
      <dgm:prSet presAssocID="{9E5C3743-2BD0-4034-B85D-8B187C6F49F2}" presName="sp" presStyleCnt="0"/>
      <dgm:spPr/>
    </dgm:pt>
    <dgm:pt modelId="{DD6D9E77-E2C1-4C45-B1DA-D9E1D931E6F1}" type="pres">
      <dgm:prSet presAssocID="{C9847409-0817-4DC1-8DDD-F52A0F2E9EA6}" presName="arrowAndChildren" presStyleCnt="0"/>
      <dgm:spPr/>
    </dgm:pt>
    <dgm:pt modelId="{F8477690-4341-4D2E-80E6-A9FE71E7B985}" type="pres">
      <dgm:prSet presAssocID="{C9847409-0817-4DC1-8DDD-F52A0F2E9EA6}" presName="parentTextArrow" presStyleLbl="node1" presStyleIdx="1" presStyleCnt="6"/>
      <dgm:spPr/>
    </dgm:pt>
    <dgm:pt modelId="{8BE0FF32-B73D-45BE-8952-7B15D4DB300D}" type="pres">
      <dgm:prSet presAssocID="{C9847409-0817-4DC1-8DDD-F52A0F2E9EA6}" presName="arrow" presStyleLbl="node1" presStyleIdx="2" presStyleCnt="6"/>
      <dgm:spPr/>
    </dgm:pt>
    <dgm:pt modelId="{6D2D5889-B1DA-4150-ABAE-65C3EAE9FD4A}" type="pres">
      <dgm:prSet presAssocID="{C9847409-0817-4DC1-8DDD-F52A0F2E9EA6}" presName="descendantArrow" presStyleCnt="0"/>
      <dgm:spPr/>
    </dgm:pt>
    <dgm:pt modelId="{AEEAF0ED-782E-4247-8B61-2E72CB06E413}" type="pres">
      <dgm:prSet presAssocID="{D5C29DB1-9711-43D6-BC76-864DBF0E460C}" presName="childTextArrow" presStyleLbl="fgAccFollowNode1" presStyleIdx="1" presStyleCnt="8">
        <dgm:presLayoutVars>
          <dgm:bulletEnabled val="1"/>
        </dgm:presLayoutVars>
      </dgm:prSet>
      <dgm:spPr/>
    </dgm:pt>
    <dgm:pt modelId="{082BEA0F-B2D8-4D38-9560-2ADB4B7B9AA0}" type="pres">
      <dgm:prSet presAssocID="{D5FFF8E4-A2B1-45D7-B06F-96192E3BBC03}" presName="childTextArrow" presStyleLbl="fgAccFollowNode1" presStyleIdx="2" presStyleCnt="8">
        <dgm:presLayoutVars>
          <dgm:bulletEnabled val="1"/>
        </dgm:presLayoutVars>
      </dgm:prSet>
      <dgm:spPr/>
    </dgm:pt>
    <dgm:pt modelId="{9801F692-360D-4F99-AC4B-DA43DB9B6FFF}" type="pres">
      <dgm:prSet presAssocID="{3AB84B9B-4273-42EE-8ACB-94F1AE8A1FF1}" presName="sp" presStyleCnt="0"/>
      <dgm:spPr/>
    </dgm:pt>
    <dgm:pt modelId="{01BF8FF7-D416-43DB-8BD8-2DB66401E802}" type="pres">
      <dgm:prSet presAssocID="{7C336DE3-92BE-414B-BE79-3DB298A8ECF2}" presName="arrowAndChildren" presStyleCnt="0"/>
      <dgm:spPr/>
    </dgm:pt>
    <dgm:pt modelId="{7960D832-E168-4CD3-A5F5-28B1EC03238D}" type="pres">
      <dgm:prSet presAssocID="{7C336DE3-92BE-414B-BE79-3DB298A8ECF2}" presName="parentTextArrow" presStyleLbl="node1" presStyleIdx="2" presStyleCnt="6"/>
      <dgm:spPr/>
    </dgm:pt>
    <dgm:pt modelId="{68497000-2147-4EF5-8C98-70A451709E0D}" type="pres">
      <dgm:prSet presAssocID="{7C336DE3-92BE-414B-BE79-3DB298A8ECF2}" presName="arrow" presStyleLbl="node1" presStyleIdx="3" presStyleCnt="6"/>
      <dgm:spPr/>
    </dgm:pt>
    <dgm:pt modelId="{A6BFD764-B90E-4EF0-BC22-42D6B098777D}" type="pres">
      <dgm:prSet presAssocID="{7C336DE3-92BE-414B-BE79-3DB298A8ECF2}" presName="descendantArrow" presStyleCnt="0"/>
      <dgm:spPr/>
    </dgm:pt>
    <dgm:pt modelId="{A190CBB5-0450-4FDD-9FAA-7E67CCB4C828}" type="pres">
      <dgm:prSet presAssocID="{0EC1F241-32AD-4AD4-9AA7-FCD1A9E386E7}" presName="childTextArrow" presStyleLbl="fgAccFollowNode1" presStyleIdx="3" presStyleCnt="8">
        <dgm:presLayoutVars>
          <dgm:bulletEnabled val="1"/>
        </dgm:presLayoutVars>
      </dgm:prSet>
      <dgm:spPr/>
    </dgm:pt>
    <dgm:pt modelId="{80D6BD21-01B1-4CF3-9034-A72E8EF3B3B1}" type="pres">
      <dgm:prSet presAssocID="{2B94805E-2D3C-438F-AB75-CAB89694C22F}" presName="childTextArrow" presStyleLbl="fgAccFollowNode1" presStyleIdx="4" presStyleCnt="8">
        <dgm:presLayoutVars>
          <dgm:bulletEnabled val="1"/>
        </dgm:presLayoutVars>
      </dgm:prSet>
      <dgm:spPr/>
    </dgm:pt>
    <dgm:pt modelId="{B96CF0B3-A1EA-43A8-AB5F-FC8E180C93FD}" type="pres">
      <dgm:prSet presAssocID="{AAE6B3E8-1840-4B33-B147-8FAC83694364}" presName="sp" presStyleCnt="0"/>
      <dgm:spPr/>
    </dgm:pt>
    <dgm:pt modelId="{2A77E336-61D4-4794-BEB6-FFEAAF472C3E}" type="pres">
      <dgm:prSet presAssocID="{71D74DC8-33F0-42BF-915E-6AFAD90648D7}" presName="arrowAndChildren" presStyleCnt="0"/>
      <dgm:spPr/>
    </dgm:pt>
    <dgm:pt modelId="{DD0F3B1E-2F8A-4F5A-AB8B-0A9F465089F3}" type="pres">
      <dgm:prSet presAssocID="{71D74DC8-33F0-42BF-915E-6AFAD90648D7}" presName="parentTextArrow" presStyleLbl="node1" presStyleIdx="3" presStyleCnt="6"/>
      <dgm:spPr/>
    </dgm:pt>
    <dgm:pt modelId="{415222FF-417E-4FC8-A342-C60AB3C92652}" type="pres">
      <dgm:prSet presAssocID="{71D74DC8-33F0-42BF-915E-6AFAD90648D7}" presName="arrow" presStyleLbl="node1" presStyleIdx="4" presStyleCnt="6" custLinFactNeighborX="129" custLinFactNeighborY="3290"/>
      <dgm:spPr/>
    </dgm:pt>
    <dgm:pt modelId="{A948BE77-EEB6-4956-B31F-9E51658B8675}" type="pres">
      <dgm:prSet presAssocID="{71D74DC8-33F0-42BF-915E-6AFAD90648D7}" presName="descendantArrow" presStyleCnt="0"/>
      <dgm:spPr/>
    </dgm:pt>
    <dgm:pt modelId="{262B5A57-0E10-462F-8DD6-A18C277D6B26}" type="pres">
      <dgm:prSet presAssocID="{17D4CD85-6E76-41E4-BC16-95885F7F0A4B}" presName="childTextArrow" presStyleLbl="fgAccFollowNode1" presStyleIdx="5" presStyleCnt="8">
        <dgm:presLayoutVars>
          <dgm:bulletEnabled val="1"/>
        </dgm:presLayoutVars>
      </dgm:prSet>
      <dgm:spPr/>
    </dgm:pt>
    <dgm:pt modelId="{01A69043-C9F4-4F64-BBB1-A4C97F3E0F69}" type="pres">
      <dgm:prSet presAssocID="{18173DBB-35E0-4755-9217-4F26DD009828}" presName="childTextArrow" presStyleLbl="fgAccFollowNode1" presStyleIdx="6" presStyleCnt="8">
        <dgm:presLayoutVars>
          <dgm:bulletEnabled val="1"/>
        </dgm:presLayoutVars>
      </dgm:prSet>
      <dgm:spPr/>
    </dgm:pt>
    <dgm:pt modelId="{D06F81AF-3FD4-4EFB-9B2F-80D2E99D855C}" type="pres">
      <dgm:prSet presAssocID="{322F7058-89F6-4D25-858F-0D11DF0A1059}" presName="childTextArrow" presStyleLbl="fgAccFollowNode1" presStyleIdx="7" presStyleCnt="8">
        <dgm:presLayoutVars>
          <dgm:bulletEnabled val="1"/>
        </dgm:presLayoutVars>
      </dgm:prSet>
      <dgm:spPr/>
    </dgm:pt>
    <dgm:pt modelId="{3422AD21-0BDE-4E06-A545-C74370792B7D}" type="pres">
      <dgm:prSet presAssocID="{8D8DF4DF-485B-4E48-949B-40FB96D3C961}" presName="sp" presStyleCnt="0"/>
      <dgm:spPr/>
    </dgm:pt>
    <dgm:pt modelId="{7A7EFE2C-75D4-421F-8CE1-4483F69BFE27}" type="pres">
      <dgm:prSet presAssocID="{638CFFDC-33F1-46B2-880A-1F37914770B2}" presName="arrowAndChildren" presStyleCnt="0"/>
      <dgm:spPr/>
    </dgm:pt>
    <dgm:pt modelId="{1622A2FF-375E-4F0F-8324-1C759A961B89}" type="pres">
      <dgm:prSet presAssocID="{638CFFDC-33F1-46B2-880A-1F37914770B2}" presName="parentTextArrow" presStyleLbl="node1" presStyleIdx="5" presStyleCnt="6" custLinFactNeighborX="608" custLinFactNeighborY="-7677"/>
      <dgm:spPr/>
    </dgm:pt>
  </dgm:ptLst>
  <dgm:cxnLst>
    <dgm:cxn modelId="{7206BA01-82B4-4A5D-910F-7F1E0E842451}" srcId="{61E54B32-75F3-4422-B93E-E4C0D8CD3E62}" destId="{C9847409-0817-4DC1-8DDD-F52A0F2E9EA6}" srcOrd="3" destOrd="0" parTransId="{36B47FD9-2B08-4BDB-959D-B954BB55CCF0}" sibTransId="{9E5C3743-2BD0-4034-B85D-8B187C6F49F2}"/>
    <dgm:cxn modelId="{BEB03507-66C3-4E87-A432-97CE8018D3D3}" srcId="{71D74DC8-33F0-42BF-915E-6AFAD90648D7}" destId="{18173DBB-35E0-4755-9217-4F26DD009828}" srcOrd="1" destOrd="0" parTransId="{04497C3E-65E6-4B45-A53D-854ED8F30703}" sibTransId="{2ED58247-C8DC-4569-BF2E-5D49ACB45D10}"/>
    <dgm:cxn modelId="{76B9FF07-2E2C-489C-87D4-5B08A68A0735}" type="presOf" srcId="{17D4CD85-6E76-41E4-BC16-95885F7F0A4B}" destId="{262B5A57-0E10-462F-8DD6-A18C277D6B26}" srcOrd="0" destOrd="0" presId="urn:microsoft.com/office/officeart/2005/8/layout/process4"/>
    <dgm:cxn modelId="{F97F570B-6446-4215-9A14-920235A0E0AC}" srcId="{61E54B32-75F3-4422-B93E-E4C0D8CD3E62}" destId="{638CFFDC-33F1-46B2-880A-1F37914770B2}" srcOrd="0" destOrd="0" parTransId="{21D268C0-9705-480F-A8C3-9E68C2C180E2}" sibTransId="{8D8DF4DF-485B-4E48-949B-40FB96D3C961}"/>
    <dgm:cxn modelId="{0758700D-28C4-4C01-B3BC-8AFCF0049B09}" srcId="{E9E19069-FE12-475C-89AA-0797803E7A35}" destId="{059BB6B2-6786-48E6-872A-6AF1FBE1410A}" srcOrd="0" destOrd="0" parTransId="{30E9CC8E-B67E-4867-8C75-0377E3CBD35C}" sibTransId="{84E00920-CC1F-4A0E-B650-6424CAAA7FC5}"/>
    <dgm:cxn modelId="{5FC91A0E-8578-43A1-8B79-9065CDA8D9A0}" srcId="{61E54B32-75F3-4422-B93E-E4C0D8CD3E62}" destId="{71D74DC8-33F0-42BF-915E-6AFAD90648D7}" srcOrd="1" destOrd="0" parTransId="{26F55AC4-3099-42F4-B82A-DF7F2BE6A17E}" sibTransId="{AAE6B3E8-1840-4B33-B147-8FAC83694364}"/>
    <dgm:cxn modelId="{40C72612-C72D-4B9A-8F91-0F10B0D45A44}" type="presOf" srcId="{322F7058-89F6-4D25-858F-0D11DF0A1059}" destId="{D06F81AF-3FD4-4EFB-9B2F-80D2E99D855C}" srcOrd="0" destOrd="0" presId="urn:microsoft.com/office/officeart/2005/8/layout/process4"/>
    <dgm:cxn modelId="{8216E813-F888-4E4F-8F39-29E9B0FBD48D}" type="presOf" srcId="{E9E19069-FE12-475C-89AA-0797803E7A35}" destId="{13FDF490-B91C-4CD6-8596-0A4AF589843C}" srcOrd="1" destOrd="0" presId="urn:microsoft.com/office/officeart/2005/8/layout/process4"/>
    <dgm:cxn modelId="{BF468A1C-AAEC-4821-B3FC-2AB30599E5B4}" type="presOf" srcId="{CCEA1D9A-EFD8-45A9-9846-305708EF3C6C}" destId="{48B28AD9-F7BE-42B2-BDD4-E497B02F97A5}" srcOrd="0" destOrd="0" presId="urn:microsoft.com/office/officeart/2005/8/layout/process4"/>
    <dgm:cxn modelId="{995F5424-1E8E-4A9B-8F8D-3ABAA56CBBE7}" type="presOf" srcId="{059BB6B2-6786-48E6-872A-6AF1FBE1410A}" destId="{1703966E-4BBB-43E3-964F-93E9135FACF2}" srcOrd="0" destOrd="0" presId="urn:microsoft.com/office/officeart/2005/8/layout/process4"/>
    <dgm:cxn modelId="{FBBE872A-F795-4BCB-A1E3-9EB2B8C6DA84}" type="presOf" srcId="{C9847409-0817-4DC1-8DDD-F52A0F2E9EA6}" destId="{F8477690-4341-4D2E-80E6-A9FE71E7B985}" srcOrd="0" destOrd="0" presId="urn:microsoft.com/office/officeart/2005/8/layout/process4"/>
    <dgm:cxn modelId="{458C292E-E1F8-4386-9CB8-CC8D659D1F35}" type="presOf" srcId="{2B94805E-2D3C-438F-AB75-CAB89694C22F}" destId="{80D6BD21-01B1-4CF3-9034-A72E8EF3B3B1}" srcOrd="0" destOrd="0" presId="urn:microsoft.com/office/officeart/2005/8/layout/process4"/>
    <dgm:cxn modelId="{202B1E31-93FC-417B-B819-AF04C0C83143}" type="presOf" srcId="{18173DBB-35E0-4755-9217-4F26DD009828}" destId="{01A69043-C9F4-4F64-BBB1-A4C97F3E0F69}" srcOrd="0" destOrd="0" presId="urn:microsoft.com/office/officeart/2005/8/layout/process4"/>
    <dgm:cxn modelId="{07BB1932-60B6-41B6-9E0E-7BB7F04A3137}" srcId="{71D74DC8-33F0-42BF-915E-6AFAD90648D7}" destId="{17D4CD85-6E76-41E4-BC16-95885F7F0A4B}" srcOrd="0" destOrd="0" parTransId="{D7601120-F35E-4C39-BB3D-E1A6FE1806D2}" sibTransId="{E3EDF1ED-3A15-4842-A5D2-27E46DE534FC}"/>
    <dgm:cxn modelId="{5CCDCC32-AF69-4E85-9B0B-93BCD2B3BEF0}" srcId="{61E54B32-75F3-4422-B93E-E4C0D8CD3E62}" destId="{E9E19069-FE12-475C-89AA-0797803E7A35}" srcOrd="4" destOrd="0" parTransId="{7A61C48D-9EC5-4292-ACC0-C6A6A52D9F47}" sibTransId="{50A09473-8513-483C-9D23-0A63239E7F83}"/>
    <dgm:cxn modelId="{84C45338-1985-4DFA-A281-CBCC67CC93E6}" srcId="{7C336DE3-92BE-414B-BE79-3DB298A8ECF2}" destId="{0EC1F241-32AD-4AD4-9AA7-FCD1A9E386E7}" srcOrd="0" destOrd="0" parTransId="{2192D6EC-6358-4FB7-9536-73129A863AA9}" sibTransId="{0EC2CE75-69C0-4030-931A-49B2ACF00144}"/>
    <dgm:cxn modelId="{63F79141-A199-46EC-BE7B-7D207F80BBA4}" srcId="{61E54B32-75F3-4422-B93E-E4C0D8CD3E62}" destId="{CCEA1D9A-EFD8-45A9-9846-305708EF3C6C}" srcOrd="5" destOrd="0" parTransId="{1AE75EC0-1C00-4789-869C-A4A0DA04F74C}" sibTransId="{B5C330E3-8AFC-436F-B881-CC336673F3C7}"/>
    <dgm:cxn modelId="{EEF9976D-88B4-4F49-BAFC-9C6C4497B15E}" type="presOf" srcId="{E9E19069-FE12-475C-89AA-0797803E7A35}" destId="{EDB666FD-BBEC-4302-AC6F-2C2E6CD62A0E}" srcOrd="0" destOrd="0" presId="urn:microsoft.com/office/officeart/2005/8/layout/process4"/>
    <dgm:cxn modelId="{E0B4C879-3B9E-45B6-9C43-4C8D399D5C43}" srcId="{61E54B32-75F3-4422-B93E-E4C0D8CD3E62}" destId="{7C336DE3-92BE-414B-BE79-3DB298A8ECF2}" srcOrd="2" destOrd="0" parTransId="{D4713B9A-6334-417F-ADA4-F8206F466322}" sibTransId="{3AB84B9B-4273-42EE-8ACB-94F1AE8A1FF1}"/>
    <dgm:cxn modelId="{CEC8875A-0E11-4C14-A472-66CD6C374903}" type="presOf" srcId="{0EC1F241-32AD-4AD4-9AA7-FCD1A9E386E7}" destId="{A190CBB5-0450-4FDD-9FAA-7E67CCB4C828}" srcOrd="0" destOrd="0" presId="urn:microsoft.com/office/officeart/2005/8/layout/process4"/>
    <dgm:cxn modelId="{6D2C5A85-9690-4D8B-A47C-0F69FF030344}" type="presOf" srcId="{71D74DC8-33F0-42BF-915E-6AFAD90648D7}" destId="{415222FF-417E-4FC8-A342-C60AB3C92652}" srcOrd="1" destOrd="0" presId="urn:microsoft.com/office/officeart/2005/8/layout/process4"/>
    <dgm:cxn modelId="{8484918B-173A-4221-BCB4-8D0F997FE588}" type="presOf" srcId="{7C336DE3-92BE-414B-BE79-3DB298A8ECF2}" destId="{68497000-2147-4EF5-8C98-70A451709E0D}" srcOrd="1" destOrd="0" presId="urn:microsoft.com/office/officeart/2005/8/layout/process4"/>
    <dgm:cxn modelId="{81E2CEA3-2AB1-4C8F-84E2-E4F59A01E8B9}" srcId="{71D74DC8-33F0-42BF-915E-6AFAD90648D7}" destId="{322F7058-89F6-4D25-858F-0D11DF0A1059}" srcOrd="2" destOrd="0" parTransId="{19F6DF71-19E7-4A62-AA64-216E00710F27}" sibTransId="{FAC80183-20F5-4ABA-AEE7-5C5B6E6E9C9F}"/>
    <dgm:cxn modelId="{144AEAA7-C63C-4AE1-AD29-B84D253D03B6}" type="presOf" srcId="{7C336DE3-92BE-414B-BE79-3DB298A8ECF2}" destId="{7960D832-E168-4CD3-A5F5-28B1EC03238D}" srcOrd="0" destOrd="0" presId="urn:microsoft.com/office/officeart/2005/8/layout/process4"/>
    <dgm:cxn modelId="{1C5882AB-01E5-40EA-8C6F-610F4B4FE086}" type="presOf" srcId="{C9847409-0817-4DC1-8DDD-F52A0F2E9EA6}" destId="{8BE0FF32-B73D-45BE-8952-7B15D4DB300D}" srcOrd="1" destOrd="0" presId="urn:microsoft.com/office/officeart/2005/8/layout/process4"/>
    <dgm:cxn modelId="{6ECF49BF-2949-42B9-A236-201553C91ABD}" type="presOf" srcId="{61E54B32-75F3-4422-B93E-E4C0D8CD3E62}" destId="{0237703D-DC3C-4136-B609-2D56AB41F58D}" srcOrd="0" destOrd="0" presId="urn:microsoft.com/office/officeart/2005/8/layout/process4"/>
    <dgm:cxn modelId="{63E886C8-B4FD-47BA-A067-699EB879BA08}" srcId="{C9847409-0817-4DC1-8DDD-F52A0F2E9EA6}" destId="{D5FFF8E4-A2B1-45D7-B06F-96192E3BBC03}" srcOrd="1" destOrd="0" parTransId="{8213D69F-70F7-41B9-B891-BDED5221E560}" sibTransId="{E67B2E23-307C-4DC7-9A4A-2E63EBA26474}"/>
    <dgm:cxn modelId="{EB6A68CB-FAB1-4989-906B-BCD29C470F25}" srcId="{C9847409-0817-4DC1-8DDD-F52A0F2E9EA6}" destId="{D5C29DB1-9711-43D6-BC76-864DBF0E460C}" srcOrd="0" destOrd="0" parTransId="{867A5981-BCF6-43B3-A911-EC888F307F23}" sibTransId="{10840A40-5A4E-462C-A37B-E5B0D19F2F4D}"/>
    <dgm:cxn modelId="{39DE87CB-9F66-4573-81B3-1721E78CE795}" srcId="{7C336DE3-92BE-414B-BE79-3DB298A8ECF2}" destId="{2B94805E-2D3C-438F-AB75-CAB89694C22F}" srcOrd="1" destOrd="0" parTransId="{E5C9AB5D-6D64-4F44-A4AE-E9AAB461B0A0}" sibTransId="{43D4AEBC-585C-487F-A816-C2A7B30A23C3}"/>
    <dgm:cxn modelId="{6B73C4D9-3041-4BC9-AA97-E32CE2A67D83}" type="presOf" srcId="{71D74DC8-33F0-42BF-915E-6AFAD90648D7}" destId="{DD0F3B1E-2F8A-4F5A-AB8B-0A9F465089F3}" srcOrd="0" destOrd="0" presId="urn:microsoft.com/office/officeart/2005/8/layout/process4"/>
    <dgm:cxn modelId="{C058E2D9-B9E2-44D3-BBEF-229C70BCAD45}" type="presOf" srcId="{D5FFF8E4-A2B1-45D7-B06F-96192E3BBC03}" destId="{082BEA0F-B2D8-4D38-9560-2ADB4B7B9AA0}" srcOrd="0" destOrd="0" presId="urn:microsoft.com/office/officeart/2005/8/layout/process4"/>
    <dgm:cxn modelId="{B03720EB-D30C-4D43-8D35-6186205A5BBB}" type="presOf" srcId="{638CFFDC-33F1-46B2-880A-1F37914770B2}" destId="{1622A2FF-375E-4F0F-8324-1C759A961B89}" srcOrd="0" destOrd="0" presId="urn:microsoft.com/office/officeart/2005/8/layout/process4"/>
    <dgm:cxn modelId="{7E9401FD-ED74-4ACF-9060-7ECF2ACBF4C6}" type="presOf" srcId="{D5C29DB1-9711-43D6-BC76-864DBF0E460C}" destId="{AEEAF0ED-782E-4247-8B61-2E72CB06E413}" srcOrd="0" destOrd="0" presId="urn:microsoft.com/office/officeart/2005/8/layout/process4"/>
    <dgm:cxn modelId="{5951BD5B-DFE7-4EBD-894C-E275D5905DD1}" type="presParOf" srcId="{0237703D-DC3C-4136-B609-2D56AB41F58D}" destId="{ED7CCB8F-9FE5-41A0-9938-94EDCC28C3EA}" srcOrd="0" destOrd="0" presId="urn:microsoft.com/office/officeart/2005/8/layout/process4"/>
    <dgm:cxn modelId="{EBF3E494-94E2-4BF3-9E4C-3C99FDD08132}" type="presParOf" srcId="{ED7CCB8F-9FE5-41A0-9938-94EDCC28C3EA}" destId="{48B28AD9-F7BE-42B2-BDD4-E497B02F97A5}" srcOrd="0" destOrd="0" presId="urn:microsoft.com/office/officeart/2005/8/layout/process4"/>
    <dgm:cxn modelId="{D215FA52-F9A6-44A2-AAB0-62755F94101C}" type="presParOf" srcId="{0237703D-DC3C-4136-B609-2D56AB41F58D}" destId="{6B85EA8A-57F4-4C10-842D-DBDFF4459466}" srcOrd="1" destOrd="0" presId="urn:microsoft.com/office/officeart/2005/8/layout/process4"/>
    <dgm:cxn modelId="{AEB9D9B5-BF68-42CB-BD44-A3371A9A219F}" type="presParOf" srcId="{0237703D-DC3C-4136-B609-2D56AB41F58D}" destId="{84252DD3-D39E-4C40-BFCA-57A0102CFCB4}" srcOrd="2" destOrd="0" presId="urn:microsoft.com/office/officeart/2005/8/layout/process4"/>
    <dgm:cxn modelId="{BF36E5EC-4D04-487E-B9BD-F9CC9158168F}" type="presParOf" srcId="{84252DD3-D39E-4C40-BFCA-57A0102CFCB4}" destId="{EDB666FD-BBEC-4302-AC6F-2C2E6CD62A0E}" srcOrd="0" destOrd="0" presId="urn:microsoft.com/office/officeart/2005/8/layout/process4"/>
    <dgm:cxn modelId="{D91B7221-99A7-490C-AE38-749FAC1124F4}" type="presParOf" srcId="{84252DD3-D39E-4C40-BFCA-57A0102CFCB4}" destId="{13FDF490-B91C-4CD6-8596-0A4AF589843C}" srcOrd="1" destOrd="0" presId="urn:microsoft.com/office/officeart/2005/8/layout/process4"/>
    <dgm:cxn modelId="{EFF4A492-FBAB-4DCC-B3E5-AFB667CF46C0}" type="presParOf" srcId="{84252DD3-D39E-4C40-BFCA-57A0102CFCB4}" destId="{DEBA95E4-150D-43A0-B068-5CAF9597D7A3}" srcOrd="2" destOrd="0" presId="urn:microsoft.com/office/officeart/2005/8/layout/process4"/>
    <dgm:cxn modelId="{564443A7-C766-43C2-ACD5-1355B57826B1}" type="presParOf" srcId="{DEBA95E4-150D-43A0-B068-5CAF9597D7A3}" destId="{1703966E-4BBB-43E3-964F-93E9135FACF2}" srcOrd="0" destOrd="0" presId="urn:microsoft.com/office/officeart/2005/8/layout/process4"/>
    <dgm:cxn modelId="{450DC7B3-59BD-4D3E-8301-D42C0C6D014F}" type="presParOf" srcId="{0237703D-DC3C-4136-B609-2D56AB41F58D}" destId="{26A3938E-6676-4D21-85A6-09A372ECDE46}" srcOrd="3" destOrd="0" presId="urn:microsoft.com/office/officeart/2005/8/layout/process4"/>
    <dgm:cxn modelId="{937FA99B-8490-4B55-8390-58F4FBBC92D7}" type="presParOf" srcId="{0237703D-DC3C-4136-B609-2D56AB41F58D}" destId="{DD6D9E77-E2C1-4C45-B1DA-D9E1D931E6F1}" srcOrd="4" destOrd="0" presId="urn:microsoft.com/office/officeart/2005/8/layout/process4"/>
    <dgm:cxn modelId="{B9964D29-3EA2-4119-A8FF-CF2722D40B19}" type="presParOf" srcId="{DD6D9E77-E2C1-4C45-B1DA-D9E1D931E6F1}" destId="{F8477690-4341-4D2E-80E6-A9FE71E7B985}" srcOrd="0" destOrd="0" presId="urn:microsoft.com/office/officeart/2005/8/layout/process4"/>
    <dgm:cxn modelId="{83F0FCBA-B70A-43FB-9D43-BF096AED32C2}" type="presParOf" srcId="{DD6D9E77-E2C1-4C45-B1DA-D9E1D931E6F1}" destId="{8BE0FF32-B73D-45BE-8952-7B15D4DB300D}" srcOrd="1" destOrd="0" presId="urn:microsoft.com/office/officeart/2005/8/layout/process4"/>
    <dgm:cxn modelId="{E70A69D7-DBC2-4C48-AC5F-8D60AD9E938D}" type="presParOf" srcId="{DD6D9E77-E2C1-4C45-B1DA-D9E1D931E6F1}" destId="{6D2D5889-B1DA-4150-ABAE-65C3EAE9FD4A}" srcOrd="2" destOrd="0" presId="urn:microsoft.com/office/officeart/2005/8/layout/process4"/>
    <dgm:cxn modelId="{10D9DB4E-4A4F-4887-8850-64E98702943E}" type="presParOf" srcId="{6D2D5889-B1DA-4150-ABAE-65C3EAE9FD4A}" destId="{AEEAF0ED-782E-4247-8B61-2E72CB06E413}" srcOrd="0" destOrd="0" presId="urn:microsoft.com/office/officeart/2005/8/layout/process4"/>
    <dgm:cxn modelId="{2FC1E5B4-2F23-4B50-B6CD-E0B342723CC5}" type="presParOf" srcId="{6D2D5889-B1DA-4150-ABAE-65C3EAE9FD4A}" destId="{082BEA0F-B2D8-4D38-9560-2ADB4B7B9AA0}" srcOrd="1" destOrd="0" presId="urn:microsoft.com/office/officeart/2005/8/layout/process4"/>
    <dgm:cxn modelId="{B08249B4-D3C5-4E0E-B956-096B4D378690}" type="presParOf" srcId="{0237703D-DC3C-4136-B609-2D56AB41F58D}" destId="{9801F692-360D-4F99-AC4B-DA43DB9B6FFF}" srcOrd="5" destOrd="0" presId="urn:microsoft.com/office/officeart/2005/8/layout/process4"/>
    <dgm:cxn modelId="{D11D1585-CDDF-4C1D-8B7F-707D4E6B36DB}" type="presParOf" srcId="{0237703D-DC3C-4136-B609-2D56AB41F58D}" destId="{01BF8FF7-D416-43DB-8BD8-2DB66401E802}" srcOrd="6" destOrd="0" presId="urn:microsoft.com/office/officeart/2005/8/layout/process4"/>
    <dgm:cxn modelId="{3175CCD7-1027-4BA6-BD33-6487A0D07FF4}" type="presParOf" srcId="{01BF8FF7-D416-43DB-8BD8-2DB66401E802}" destId="{7960D832-E168-4CD3-A5F5-28B1EC03238D}" srcOrd="0" destOrd="0" presId="urn:microsoft.com/office/officeart/2005/8/layout/process4"/>
    <dgm:cxn modelId="{54A45C14-86A4-4AC6-84C4-FD0228286718}" type="presParOf" srcId="{01BF8FF7-D416-43DB-8BD8-2DB66401E802}" destId="{68497000-2147-4EF5-8C98-70A451709E0D}" srcOrd="1" destOrd="0" presId="urn:microsoft.com/office/officeart/2005/8/layout/process4"/>
    <dgm:cxn modelId="{8C36D977-586A-463A-9A44-7FA254AD9D55}" type="presParOf" srcId="{01BF8FF7-D416-43DB-8BD8-2DB66401E802}" destId="{A6BFD764-B90E-4EF0-BC22-42D6B098777D}" srcOrd="2" destOrd="0" presId="urn:microsoft.com/office/officeart/2005/8/layout/process4"/>
    <dgm:cxn modelId="{47879C55-D0CC-4360-8485-F2D439DA03F6}" type="presParOf" srcId="{A6BFD764-B90E-4EF0-BC22-42D6B098777D}" destId="{A190CBB5-0450-4FDD-9FAA-7E67CCB4C828}" srcOrd="0" destOrd="0" presId="urn:microsoft.com/office/officeart/2005/8/layout/process4"/>
    <dgm:cxn modelId="{D1944ABD-D706-4CC2-B6CC-E654E8511357}" type="presParOf" srcId="{A6BFD764-B90E-4EF0-BC22-42D6B098777D}" destId="{80D6BD21-01B1-4CF3-9034-A72E8EF3B3B1}" srcOrd="1" destOrd="0" presId="urn:microsoft.com/office/officeart/2005/8/layout/process4"/>
    <dgm:cxn modelId="{89BE573C-7469-4AF1-91CF-2D86FBACE4C2}" type="presParOf" srcId="{0237703D-DC3C-4136-B609-2D56AB41F58D}" destId="{B96CF0B3-A1EA-43A8-AB5F-FC8E180C93FD}" srcOrd="7" destOrd="0" presId="urn:microsoft.com/office/officeart/2005/8/layout/process4"/>
    <dgm:cxn modelId="{5EE48A15-9AEF-4BFF-95E6-7D13A03458C2}" type="presParOf" srcId="{0237703D-DC3C-4136-B609-2D56AB41F58D}" destId="{2A77E336-61D4-4794-BEB6-FFEAAF472C3E}" srcOrd="8" destOrd="0" presId="urn:microsoft.com/office/officeart/2005/8/layout/process4"/>
    <dgm:cxn modelId="{7406F694-09C1-4933-B6A5-7F6938453128}" type="presParOf" srcId="{2A77E336-61D4-4794-BEB6-FFEAAF472C3E}" destId="{DD0F3B1E-2F8A-4F5A-AB8B-0A9F465089F3}" srcOrd="0" destOrd="0" presId="urn:microsoft.com/office/officeart/2005/8/layout/process4"/>
    <dgm:cxn modelId="{9FB6D1B6-7283-4B69-A7B3-469F1D13DFED}" type="presParOf" srcId="{2A77E336-61D4-4794-BEB6-FFEAAF472C3E}" destId="{415222FF-417E-4FC8-A342-C60AB3C92652}" srcOrd="1" destOrd="0" presId="urn:microsoft.com/office/officeart/2005/8/layout/process4"/>
    <dgm:cxn modelId="{DE454F3D-E168-42A7-85BE-2470EF22A65A}" type="presParOf" srcId="{2A77E336-61D4-4794-BEB6-FFEAAF472C3E}" destId="{A948BE77-EEB6-4956-B31F-9E51658B8675}" srcOrd="2" destOrd="0" presId="urn:microsoft.com/office/officeart/2005/8/layout/process4"/>
    <dgm:cxn modelId="{F043F0A3-4B09-49F4-9D1E-C9F90F7284A7}" type="presParOf" srcId="{A948BE77-EEB6-4956-B31F-9E51658B8675}" destId="{262B5A57-0E10-462F-8DD6-A18C277D6B26}" srcOrd="0" destOrd="0" presId="urn:microsoft.com/office/officeart/2005/8/layout/process4"/>
    <dgm:cxn modelId="{CF7A5F8F-7EBA-4056-BBFC-D7FE88A39F13}" type="presParOf" srcId="{A948BE77-EEB6-4956-B31F-9E51658B8675}" destId="{01A69043-C9F4-4F64-BBB1-A4C97F3E0F69}" srcOrd="1" destOrd="0" presId="urn:microsoft.com/office/officeart/2005/8/layout/process4"/>
    <dgm:cxn modelId="{022336DE-89F4-4162-8332-D611B9CEAC29}" type="presParOf" srcId="{A948BE77-EEB6-4956-B31F-9E51658B8675}" destId="{D06F81AF-3FD4-4EFB-9B2F-80D2E99D855C}" srcOrd="2" destOrd="0" presId="urn:microsoft.com/office/officeart/2005/8/layout/process4"/>
    <dgm:cxn modelId="{BFA8E5CC-4331-4D4A-BCD5-CC8613983149}" type="presParOf" srcId="{0237703D-DC3C-4136-B609-2D56AB41F58D}" destId="{3422AD21-0BDE-4E06-A545-C74370792B7D}" srcOrd="9" destOrd="0" presId="urn:microsoft.com/office/officeart/2005/8/layout/process4"/>
    <dgm:cxn modelId="{CEFE159B-EBCE-491E-B6BC-93035A41BAC3}" type="presParOf" srcId="{0237703D-DC3C-4136-B609-2D56AB41F58D}" destId="{7A7EFE2C-75D4-421F-8CE1-4483F69BFE27}" srcOrd="10" destOrd="0" presId="urn:microsoft.com/office/officeart/2005/8/layout/process4"/>
    <dgm:cxn modelId="{354A201C-5850-425A-9643-B192A61C0984}" type="presParOf" srcId="{7A7EFE2C-75D4-421F-8CE1-4483F69BFE27}" destId="{1622A2FF-375E-4F0F-8324-1C759A961B89}"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B28AD9-F7BE-42B2-BDD4-E497B02F97A5}">
      <dsp:nvSpPr>
        <dsp:cNvPr id="0" name=""/>
        <dsp:cNvSpPr/>
      </dsp:nvSpPr>
      <dsp:spPr>
        <a:xfrm>
          <a:off x="0" y="4214378"/>
          <a:ext cx="7251033" cy="5531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IN" sz="1900" kern="1200" dirty="0"/>
            <a:t> Output Prediction</a:t>
          </a:r>
        </a:p>
      </dsp:txBody>
      <dsp:txXfrm>
        <a:off x="0" y="4214378"/>
        <a:ext cx="7251033" cy="553134"/>
      </dsp:txXfrm>
    </dsp:sp>
    <dsp:sp modelId="{13FDF490-B91C-4CD6-8596-0A4AF589843C}">
      <dsp:nvSpPr>
        <dsp:cNvPr id="0" name=""/>
        <dsp:cNvSpPr/>
      </dsp:nvSpPr>
      <dsp:spPr>
        <a:xfrm rot="10800000">
          <a:off x="0" y="3371954"/>
          <a:ext cx="7251033" cy="850721"/>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dirty="0">
              <a:latin typeface="Calibri" panose="020F0502020204030204"/>
              <a:ea typeface="+mn-ea"/>
              <a:cs typeface="+mn-cs"/>
            </a:rPr>
            <a:t>Classification Decoder Network</a:t>
          </a:r>
        </a:p>
      </dsp:txBody>
      <dsp:txXfrm rot="-10800000">
        <a:off x="0" y="3371954"/>
        <a:ext cx="7251033" cy="298603"/>
      </dsp:txXfrm>
    </dsp:sp>
    <dsp:sp modelId="{1703966E-4BBB-43E3-964F-93E9135FACF2}">
      <dsp:nvSpPr>
        <dsp:cNvPr id="0" name=""/>
        <dsp:cNvSpPr/>
      </dsp:nvSpPr>
      <dsp:spPr>
        <a:xfrm>
          <a:off x="0" y="3670557"/>
          <a:ext cx="7251033" cy="2543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Calibri" panose="020F0502020204030204"/>
              <a:ea typeface="+mn-ea"/>
              <a:cs typeface="+mn-cs"/>
            </a:rPr>
            <a:t>Logistic Regression Classifier</a:t>
          </a:r>
          <a:endParaRPr lang="en-IN" sz="1500" kern="1200" dirty="0">
            <a:latin typeface="Calibri" panose="020F0502020204030204"/>
            <a:ea typeface="+mn-ea"/>
            <a:cs typeface="+mn-cs"/>
          </a:endParaRPr>
        </a:p>
      </dsp:txBody>
      <dsp:txXfrm>
        <a:off x="0" y="3670557"/>
        <a:ext cx="7251033" cy="254365"/>
      </dsp:txXfrm>
    </dsp:sp>
    <dsp:sp modelId="{8BE0FF32-B73D-45BE-8952-7B15D4DB300D}">
      <dsp:nvSpPr>
        <dsp:cNvPr id="0" name=""/>
        <dsp:cNvSpPr/>
      </dsp:nvSpPr>
      <dsp:spPr>
        <a:xfrm rot="10800000">
          <a:off x="0" y="2529529"/>
          <a:ext cx="7251033" cy="850721"/>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dirty="0">
              <a:latin typeface="Calibri" panose="020F0502020204030204"/>
              <a:ea typeface="+mn-ea"/>
              <a:cs typeface="+mn-cs"/>
            </a:rPr>
            <a:t>Noise </a:t>
          </a:r>
          <a:r>
            <a:rPr lang="en-IN" sz="1600" kern="1200" dirty="0" err="1">
              <a:latin typeface="Calibri" panose="020F0502020204030204"/>
              <a:ea typeface="+mn-ea"/>
              <a:cs typeface="+mn-cs"/>
            </a:rPr>
            <a:t>Reboust</a:t>
          </a:r>
          <a:r>
            <a:rPr lang="en-IN" sz="1600" kern="1200" dirty="0">
              <a:latin typeface="Calibri" panose="020F0502020204030204"/>
              <a:ea typeface="+mn-ea"/>
              <a:cs typeface="+mn-cs"/>
            </a:rPr>
            <a:t> Learning Module</a:t>
          </a:r>
        </a:p>
      </dsp:txBody>
      <dsp:txXfrm rot="-10800000">
        <a:off x="0" y="2529529"/>
        <a:ext cx="7251033" cy="298603"/>
      </dsp:txXfrm>
    </dsp:sp>
    <dsp:sp modelId="{AEEAF0ED-782E-4247-8B61-2E72CB06E413}">
      <dsp:nvSpPr>
        <dsp:cNvPr id="0" name=""/>
        <dsp:cNvSpPr/>
      </dsp:nvSpPr>
      <dsp:spPr>
        <a:xfrm>
          <a:off x="0" y="2828133"/>
          <a:ext cx="3625516" cy="2543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Calibri" panose="020F0502020204030204"/>
              <a:ea typeface="+mn-ea"/>
              <a:cs typeface="+mn-cs"/>
            </a:rPr>
            <a:t>Noise </a:t>
          </a:r>
          <a:r>
            <a:rPr lang="en-US" sz="1500" kern="1200" dirty="0" err="1">
              <a:latin typeface="Calibri" panose="020F0502020204030204"/>
              <a:ea typeface="+mn-ea"/>
              <a:cs typeface="+mn-cs"/>
            </a:rPr>
            <a:t>Agumentation</a:t>
          </a:r>
          <a:endParaRPr lang="en-IN" sz="1500" kern="1200" dirty="0">
            <a:latin typeface="Calibri" panose="020F0502020204030204"/>
            <a:ea typeface="+mn-ea"/>
            <a:cs typeface="+mn-cs"/>
          </a:endParaRPr>
        </a:p>
      </dsp:txBody>
      <dsp:txXfrm>
        <a:off x="0" y="2828133"/>
        <a:ext cx="3625516" cy="254365"/>
      </dsp:txXfrm>
    </dsp:sp>
    <dsp:sp modelId="{082BEA0F-B2D8-4D38-9560-2ADB4B7B9AA0}">
      <dsp:nvSpPr>
        <dsp:cNvPr id="0" name=""/>
        <dsp:cNvSpPr/>
      </dsp:nvSpPr>
      <dsp:spPr>
        <a:xfrm>
          <a:off x="3625516" y="2828133"/>
          <a:ext cx="3625516" cy="2543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IN" sz="1500" kern="1200" dirty="0"/>
            <a:t> Feature Stabilization</a:t>
          </a:r>
        </a:p>
      </dsp:txBody>
      <dsp:txXfrm>
        <a:off x="3625516" y="2828133"/>
        <a:ext cx="3625516" cy="254365"/>
      </dsp:txXfrm>
    </dsp:sp>
    <dsp:sp modelId="{68497000-2147-4EF5-8C98-70A451709E0D}">
      <dsp:nvSpPr>
        <dsp:cNvPr id="0" name=""/>
        <dsp:cNvSpPr/>
      </dsp:nvSpPr>
      <dsp:spPr>
        <a:xfrm rot="10800000">
          <a:off x="0" y="1687105"/>
          <a:ext cx="7251033" cy="850721"/>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dirty="0">
              <a:latin typeface="Calibri" panose="020F0502020204030204"/>
              <a:ea typeface="+mn-ea"/>
              <a:cs typeface="+mn-cs"/>
            </a:rPr>
            <a:t>Feature Extraction (Encoder)</a:t>
          </a:r>
        </a:p>
      </dsp:txBody>
      <dsp:txXfrm rot="-10800000">
        <a:off x="0" y="1687105"/>
        <a:ext cx="7251033" cy="298603"/>
      </dsp:txXfrm>
    </dsp:sp>
    <dsp:sp modelId="{A190CBB5-0450-4FDD-9FAA-7E67CCB4C828}">
      <dsp:nvSpPr>
        <dsp:cNvPr id="0" name=""/>
        <dsp:cNvSpPr/>
      </dsp:nvSpPr>
      <dsp:spPr>
        <a:xfrm>
          <a:off x="0" y="1985708"/>
          <a:ext cx="3625516" cy="2543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err="1">
              <a:latin typeface="Calibri" panose="020F0502020204030204"/>
              <a:ea typeface="+mn-ea"/>
              <a:cs typeface="+mn-cs"/>
            </a:rPr>
            <a:t>Mobilenet</a:t>
          </a:r>
          <a:r>
            <a:rPr lang="en-US" sz="1500" kern="1200" dirty="0">
              <a:latin typeface="Calibri" panose="020F0502020204030204"/>
              <a:ea typeface="+mn-ea"/>
              <a:cs typeface="+mn-cs"/>
            </a:rPr>
            <a:t> v2 Backbone</a:t>
          </a:r>
          <a:endParaRPr lang="en-IN" sz="1500" kern="1200" dirty="0">
            <a:latin typeface="Calibri" panose="020F0502020204030204"/>
            <a:ea typeface="+mn-ea"/>
            <a:cs typeface="+mn-cs"/>
          </a:endParaRPr>
        </a:p>
      </dsp:txBody>
      <dsp:txXfrm>
        <a:off x="0" y="1985708"/>
        <a:ext cx="3625516" cy="254365"/>
      </dsp:txXfrm>
    </dsp:sp>
    <dsp:sp modelId="{80D6BD21-01B1-4CF3-9034-A72E8EF3B3B1}">
      <dsp:nvSpPr>
        <dsp:cNvPr id="0" name=""/>
        <dsp:cNvSpPr/>
      </dsp:nvSpPr>
      <dsp:spPr>
        <a:xfrm>
          <a:off x="3625516" y="1985708"/>
          <a:ext cx="3625516" cy="2543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t>Transfer Learning</a:t>
          </a:r>
          <a:endParaRPr lang="en-IN" sz="1500" kern="1200" dirty="0"/>
        </a:p>
      </dsp:txBody>
      <dsp:txXfrm>
        <a:off x="3625516" y="1985708"/>
        <a:ext cx="3625516" cy="254365"/>
      </dsp:txXfrm>
    </dsp:sp>
    <dsp:sp modelId="{415222FF-417E-4FC8-A342-C60AB3C92652}">
      <dsp:nvSpPr>
        <dsp:cNvPr id="0" name=""/>
        <dsp:cNvSpPr/>
      </dsp:nvSpPr>
      <dsp:spPr>
        <a:xfrm rot="10800000">
          <a:off x="0" y="872669"/>
          <a:ext cx="7251033" cy="850721"/>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dirty="0">
              <a:latin typeface="Calibri" panose="020F0502020204030204"/>
              <a:ea typeface="+mn-ea"/>
              <a:cs typeface="+mn-cs"/>
            </a:rPr>
            <a:t>Pre - Processing</a:t>
          </a:r>
        </a:p>
      </dsp:txBody>
      <dsp:txXfrm rot="-10800000">
        <a:off x="0" y="872669"/>
        <a:ext cx="7251033" cy="298603"/>
      </dsp:txXfrm>
    </dsp:sp>
    <dsp:sp modelId="{262B5A57-0E10-462F-8DD6-A18C277D6B26}">
      <dsp:nvSpPr>
        <dsp:cNvPr id="0" name=""/>
        <dsp:cNvSpPr/>
      </dsp:nvSpPr>
      <dsp:spPr>
        <a:xfrm>
          <a:off x="3540" y="1143283"/>
          <a:ext cx="2414650" cy="2543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Calibri" panose="020F0502020204030204"/>
              <a:ea typeface="+mn-ea"/>
              <a:cs typeface="+mn-cs"/>
            </a:rPr>
            <a:t>Eyes and face detection</a:t>
          </a:r>
          <a:endParaRPr lang="en-IN" sz="1500" kern="1200" dirty="0">
            <a:latin typeface="Calibri" panose="020F0502020204030204"/>
            <a:ea typeface="+mn-ea"/>
            <a:cs typeface="+mn-cs"/>
          </a:endParaRPr>
        </a:p>
      </dsp:txBody>
      <dsp:txXfrm>
        <a:off x="3540" y="1143283"/>
        <a:ext cx="2414650" cy="254365"/>
      </dsp:txXfrm>
    </dsp:sp>
    <dsp:sp modelId="{01A69043-C9F4-4F64-BBB1-A4C97F3E0F69}">
      <dsp:nvSpPr>
        <dsp:cNvPr id="0" name=""/>
        <dsp:cNvSpPr/>
      </dsp:nvSpPr>
      <dsp:spPr>
        <a:xfrm>
          <a:off x="2418191" y="1143283"/>
          <a:ext cx="2414650" cy="2543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Calibri" panose="020F0502020204030204"/>
              <a:ea typeface="+mn-ea"/>
              <a:cs typeface="+mn-cs"/>
            </a:rPr>
            <a:t>Image Resizing</a:t>
          </a:r>
          <a:endParaRPr lang="en-IN" sz="1500" kern="1200" dirty="0">
            <a:latin typeface="Calibri" panose="020F0502020204030204"/>
            <a:ea typeface="+mn-ea"/>
            <a:cs typeface="+mn-cs"/>
          </a:endParaRPr>
        </a:p>
      </dsp:txBody>
      <dsp:txXfrm>
        <a:off x="2418191" y="1143283"/>
        <a:ext cx="2414650" cy="254365"/>
      </dsp:txXfrm>
    </dsp:sp>
    <dsp:sp modelId="{D06F81AF-3FD4-4EFB-9B2F-80D2E99D855C}">
      <dsp:nvSpPr>
        <dsp:cNvPr id="0" name=""/>
        <dsp:cNvSpPr/>
      </dsp:nvSpPr>
      <dsp:spPr>
        <a:xfrm>
          <a:off x="4832841" y="1143283"/>
          <a:ext cx="2414650" cy="2543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t>Noise simulation</a:t>
          </a:r>
          <a:endParaRPr lang="en-IN" sz="1500" kern="1200" dirty="0"/>
        </a:p>
      </dsp:txBody>
      <dsp:txXfrm>
        <a:off x="4832841" y="1143283"/>
        <a:ext cx="2414650" cy="254365"/>
      </dsp:txXfrm>
    </dsp:sp>
    <dsp:sp modelId="{1622A2FF-375E-4F0F-8324-1C759A961B89}">
      <dsp:nvSpPr>
        <dsp:cNvPr id="0" name=""/>
        <dsp:cNvSpPr/>
      </dsp:nvSpPr>
      <dsp:spPr>
        <a:xfrm rot="10800000">
          <a:off x="0" y="0"/>
          <a:ext cx="7251033" cy="850721"/>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b="1" kern="1200" dirty="0"/>
            <a:t>Input Image</a:t>
          </a:r>
          <a:endParaRPr lang="en-IN" sz="1600" kern="1200" dirty="0">
            <a:latin typeface="Calibri" panose="020F0502020204030204"/>
            <a:ea typeface="+mn-ea"/>
            <a:cs typeface="+mn-cs"/>
          </a:endParaRPr>
        </a:p>
      </dsp:txBody>
      <dsp:txXfrm rot="10800000">
        <a:off x="0" y="0"/>
        <a:ext cx="7251033" cy="55277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t>18-12-2025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t>‹#›</a:t>
            </a:fld>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extLst>
      <p:ext uri="{BB962C8B-B14F-4D97-AF65-F5344CB8AC3E}">
        <p14:creationId xmlns:p14="http://schemas.microsoft.com/office/powerpoint/2010/main" val="1271458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t>18-12-2025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t>‹#›</a:t>
            </a:fld>
            <a:endParaRPr lang="en-IN"/>
          </a:p>
        </p:txBody>
      </p:sp>
    </p:spTree>
    <p:extLst>
      <p:ext uri="{BB962C8B-B14F-4D97-AF65-F5344CB8AC3E}">
        <p14:creationId xmlns:p14="http://schemas.microsoft.com/office/powerpoint/2010/main" val="260551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t>2</a:t>
            </a:fld>
            <a:endParaRPr lang="en-IN"/>
          </a:p>
        </p:txBody>
      </p:sp>
    </p:spTree>
    <p:extLst>
      <p:ext uri="{BB962C8B-B14F-4D97-AF65-F5344CB8AC3E}">
        <p14:creationId xmlns:p14="http://schemas.microsoft.com/office/powerpoint/2010/main" val="1697383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00FB5A5-9AD5-4C5E-A5FC-411B4C382AB6}" type="datetime1">
              <a:rPr lang="en-IN" smtClean="0"/>
              <a:t>18-12-2025</a:t>
            </a:fld>
            <a:endParaRPr lang="en-IN"/>
          </a:p>
        </p:txBody>
      </p:sp>
      <p:sp>
        <p:nvSpPr>
          <p:cNvPr id="5" name="Footer Placeholder 4"/>
          <p:cNvSpPr>
            <a:spLocks noGrp="1"/>
          </p:cNvSpPr>
          <p:nvPr>
            <p:ph type="ftr" sz="quarter" idx="11"/>
          </p:nvPr>
        </p:nvSpPr>
        <p:spPr/>
        <p:txBody>
          <a:bodyPr/>
          <a:lstStyle/>
          <a:p>
            <a:r>
              <a:rPr lang="en-US" dirty="0"/>
              <a:t>Review No.  3       Batch No.   AB7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231652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5E7A069-8CF8-43D5-890A-A44A98E25D4C}" type="datetime1">
              <a:rPr lang="en-IN" smtClean="0"/>
              <a:t>18-12-2025</a:t>
            </a:fld>
            <a:endParaRPr lang="en-IN"/>
          </a:p>
        </p:txBody>
      </p:sp>
      <p:sp>
        <p:nvSpPr>
          <p:cNvPr id="5" name="Footer Placeholder 4"/>
          <p:cNvSpPr>
            <a:spLocks noGrp="1"/>
          </p:cNvSpPr>
          <p:nvPr>
            <p:ph type="ftr" sz="quarter" idx="11"/>
          </p:nvPr>
        </p:nvSpPr>
        <p:spPr/>
        <p:txBody>
          <a:bodyPr/>
          <a:lstStyle/>
          <a:p>
            <a:r>
              <a:rPr lang="en-US" dirty="0"/>
              <a:t>Review No.  3       Batch No.   AB7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extLst>
      <p:ext uri="{BB962C8B-B14F-4D97-AF65-F5344CB8AC3E}">
        <p14:creationId xmlns:p14="http://schemas.microsoft.com/office/powerpoint/2010/main" val="22623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0AE7CB-7D39-466B-8634-DE2E8DBAAAAB}" type="datetime1">
              <a:rPr lang="en-IN" smtClean="0"/>
              <a:t>18-12-2025</a:t>
            </a:fld>
            <a:endParaRPr lang="en-IN"/>
          </a:p>
        </p:txBody>
      </p:sp>
      <p:sp>
        <p:nvSpPr>
          <p:cNvPr id="5" name="Footer Placeholder 4"/>
          <p:cNvSpPr>
            <a:spLocks noGrp="1"/>
          </p:cNvSpPr>
          <p:nvPr>
            <p:ph type="ftr" sz="quarter" idx="11"/>
          </p:nvPr>
        </p:nvSpPr>
        <p:spPr/>
        <p:txBody>
          <a:bodyPr/>
          <a:lstStyle/>
          <a:p>
            <a:r>
              <a:rPr lang="en-US" dirty="0"/>
              <a:t>Review No.  3       Batch No.   AB7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132791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65D4CE5-D04D-409B-9869-5DBF0E4AD9AC}" type="datetime1">
              <a:rPr lang="en-IN" smtClean="0"/>
              <a:t>18-12-2025</a:t>
            </a:fld>
            <a:endParaRPr lang="en-IN"/>
          </a:p>
        </p:txBody>
      </p:sp>
      <p:sp>
        <p:nvSpPr>
          <p:cNvPr id="6" name="Footer Placeholder 5"/>
          <p:cNvSpPr>
            <a:spLocks noGrp="1"/>
          </p:cNvSpPr>
          <p:nvPr>
            <p:ph type="ftr" sz="quarter" idx="11"/>
          </p:nvPr>
        </p:nvSpPr>
        <p:spPr/>
        <p:txBody>
          <a:bodyPr/>
          <a:lstStyle/>
          <a:p>
            <a:r>
              <a:rPr lang="en-US" dirty="0"/>
              <a:t>Review No.  3       Batch No.   AB7       Department of CSE</a:t>
            </a:r>
            <a:endParaRPr lang="en-IN" dirty="0"/>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402758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2F3E3F0-3239-452D-89E4-50B40260EA65}" type="datetime1">
              <a:rPr lang="en-IN" smtClean="0"/>
              <a:t>18-12-2025</a:t>
            </a:fld>
            <a:endParaRPr lang="en-IN"/>
          </a:p>
        </p:txBody>
      </p:sp>
      <p:sp>
        <p:nvSpPr>
          <p:cNvPr id="8" name="Footer Placeholder 7"/>
          <p:cNvSpPr>
            <a:spLocks noGrp="1"/>
          </p:cNvSpPr>
          <p:nvPr>
            <p:ph type="ftr" sz="quarter" idx="11"/>
          </p:nvPr>
        </p:nvSpPr>
        <p:spPr/>
        <p:txBody>
          <a:bodyPr/>
          <a:lstStyle/>
          <a:p>
            <a:r>
              <a:rPr lang="en-US" dirty="0"/>
              <a:t>Review No.  3       Batch No.   AB7       Department of CSE</a:t>
            </a:r>
            <a:endParaRPr lang="en-IN" dirty="0"/>
          </a:p>
        </p:txBody>
      </p:sp>
      <p:sp>
        <p:nvSpPr>
          <p:cNvPr id="9" name="Slide Number Placeholder 8"/>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859279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7351DC4-E4E5-478F-B8AD-62EAD6D9AE26}" type="datetime1">
              <a:rPr lang="en-IN" smtClean="0"/>
              <a:t>18-12-2025</a:t>
            </a:fld>
            <a:endParaRPr lang="en-IN"/>
          </a:p>
        </p:txBody>
      </p:sp>
      <p:sp>
        <p:nvSpPr>
          <p:cNvPr id="4" name="Footer Placeholder 3"/>
          <p:cNvSpPr>
            <a:spLocks noGrp="1"/>
          </p:cNvSpPr>
          <p:nvPr>
            <p:ph type="ftr" sz="quarter" idx="11"/>
          </p:nvPr>
        </p:nvSpPr>
        <p:spPr/>
        <p:txBody>
          <a:bodyPr/>
          <a:lstStyle/>
          <a:p>
            <a:r>
              <a:rPr lang="en-US" dirty="0"/>
              <a:t>Review No.  3       Batch No.   AB7       Department of CSE</a:t>
            </a:r>
            <a:endParaRPr lang="en-IN" dirty="0"/>
          </a:p>
        </p:txBody>
      </p:sp>
      <p:sp>
        <p:nvSpPr>
          <p:cNvPr id="5" name="Slide Number Placeholder 4"/>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826415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8CCD1-712E-439D-A2B1-47B4864D2FAB}" type="datetime1">
              <a:rPr lang="en-IN" smtClean="0"/>
              <a:t>18-12-2025</a:t>
            </a:fld>
            <a:endParaRPr lang="en-IN"/>
          </a:p>
        </p:txBody>
      </p:sp>
      <p:sp>
        <p:nvSpPr>
          <p:cNvPr id="3" name="Footer Placeholder 2"/>
          <p:cNvSpPr>
            <a:spLocks noGrp="1"/>
          </p:cNvSpPr>
          <p:nvPr>
            <p:ph type="ftr" sz="quarter" idx="11"/>
          </p:nvPr>
        </p:nvSpPr>
        <p:spPr/>
        <p:txBody>
          <a:bodyPr/>
          <a:lstStyle/>
          <a:p>
            <a:r>
              <a:rPr lang="en-US" dirty="0"/>
              <a:t>Review No.  3       Batch No.   AB7       Department of CSE</a:t>
            </a:r>
            <a:endParaRPr lang="en-IN" dirty="0"/>
          </a:p>
        </p:txBody>
      </p:sp>
      <p:sp>
        <p:nvSpPr>
          <p:cNvPr id="4" name="Slide Number Placeholder 3"/>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59629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D142DC-6938-4DE2-8836-2262FC4648C6}" type="datetime1">
              <a:rPr lang="en-IN" smtClean="0"/>
              <a:t>18-12-2025</a:t>
            </a:fld>
            <a:endParaRPr lang="en-IN"/>
          </a:p>
        </p:txBody>
      </p:sp>
      <p:sp>
        <p:nvSpPr>
          <p:cNvPr id="6" name="Footer Placeholder 5"/>
          <p:cNvSpPr>
            <a:spLocks noGrp="1"/>
          </p:cNvSpPr>
          <p:nvPr>
            <p:ph type="ftr" sz="quarter" idx="11"/>
          </p:nvPr>
        </p:nvSpPr>
        <p:spPr/>
        <p:txBody>
          <a:bodyPr/>
          <a:lstStyle/>
          <a:p>
            <a:r>
              <a:rPr lang="en-US" dirty="0"/>
              <a:t>Review No.  3       Batch No.   AB7       Department of CSE</a:t>
            </a:r>
            <a:endParaRPr lang="en-IN" dirty="0"/>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68132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100E9A-9EA9-4B6C-B63C-A773486B3B4C}" type="datetime1">
              <a:rPr lang="en-IN" smtClean="0"/>
              <a:t>18-12-2025</a:t>
            </a:fld>
            <a:endParaRPr lang="en-IN"/>
          </a:p>
        </p:txBody>
      </p:sp>
      <p:sp>
        <p:nvSpPr>
          <p:cNvPr id="6" name="Footer Placeholder 5"/>
          <p:cNvSpPr>
            <a:spLocks noGrp="1"/>
          </p:cNvSpPr>
          <p:nvPr>
            <p:ph type="ftr" sz="quarter" idx="11"/>
          </p:nvPr>
        </p:nvSpPr>
        <p:spPr/>
        <p:txBody>
          <a:bodyPr/>
          <a:lstStyle/>
          <a:p>
            <a:r>
              <a:rPr lang="en-US" dirty="0"/>
              <a:t>Review No.  3       Batch No.   AB7       Department of CSE</a:t>
            </a:r>
            <a:endParaRPr lang="en-IN" dirty="0"/>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60227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F8DDBB6-CEFF-4F52-85D4-2806C50501D3}" type="datetime1">
              <a:rPr lang="en-IN" smtClean="0"/>
              <a:t>18-12-2025</a:t>
            </a:fld>
            <a:endParaRPr lang="en-IN"/>
          </a:p>
        </p:txBody>
      </p:sp>
      <p:sp>
        <p:nvSpPr>
          <p:cNvPr id="5" name="Footer Placeholder 4"/>
          <p:cNvSpPr>
            <a:spLocks noGrp="1"/>
          </p:cNvSpPr>
          <p:nvPr>
            <p:ph type="ftr" sz="quarter" idx="11"/>
          </p:nvPr>
        </p:nvSpPr>
        <p:spPr/>
        <p:txBody>
          <a:bodyPr/>
          <a:lstStyle/>
          <a:p>
            <a:r>
              <a:rPr lang="en-US" dirty="0"/>
              <a:t>Review No.  3       Batch No.   AB7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394357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55F3F4F-2379-4AAE-852C-45DA149BAF29}" type="datetime1">
              <a:rPr lang="en-IN" smtClean="0"/>
              <a:t>18-12-2025</a:t>
            </a:fld>
            <a:endParaRPr lang="en-IN"/>
          </a:p>
        </p:txBody>
      </p:sp>
      <p:sp>
        <p:nvSpPr>
          <p:cNvPr id="5" name="Footer Placeholder 4"/>
          <p:cNvSpPr>
            <a:spLocks noGrp="1"/>
          </p:cNvSpPr>
          <p:nvPr>
            <p:ph type="ftr" sz="quarter" idx="11"/>
          </p:nvPr>
        </p:nvSpPr>
        <p:spPr/>
        <p:txBody>
          <a:bodyPr/>
          <a:lstStyle/>
          <a:p>
            <a:r>
              <a:rPr lang="en-US" dirty="0"/>
              <a:t>Review No.  3       Batch No.   AB7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1839206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D3322B-0C8F-4E46-AC65-0C697070F09E}" type="datetime1">
              <a:rPr lang="en-IN" smtClean="0"/>
              <a:t>18-12-2025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Review No.  3       Batch No.   AB7       Department of CSE</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t>‹#›</a:t>
            </a:fld>
            <a:endParaRPr lang="en-IN"/>
          </a:p>
        </p:txBody>
      </p:sp>
    </p:spTree>
    <p:extLst>
      <p:ext uri="{BB962C8B-B14F-4D97-AF65-F5344CB8AC3E}">
        <p14:creationId xmlns:p14="http://schemas.microsoft.com/office/powerpoint/2010/main" val="4106517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0CD1E-CE49-9C56-B94F-276875E4BD8B}"/>
              </a:ext>
            </a:extLst>
          </p:cNvPr>
          <p:cNvSpPr>
            <a:spLocks noGrp="1"/>
          </p:cNvSpPr>
          <p:nvPr>
            <p:ph type="ctrTitle"/>
          </p:nvPr>
        </p:nvSpPr>
        <p:spPr>
          <a:xfrm>
            <a:off x="1524000" y="1147010"/>
            <a:ext cx="9144000" cy="4152777"/>
          </a:xfrm>
        </p:spPr>
        <p:txBody>
          <a:bodyPr>
            <a:normAutofit/>
          </a:bodyPr>
          <a:lstStyle/>
          <a:p>
            <a:r>
              <a:rPr lang="en-US" dirty="0">
                <a:solidFill>
                  <a:srgbClr val="FF0000"/>
                </a:solidFill>
              </a:rPr>
              <a:t>Realistic and Lightweight Driver Drowsiness Detection</a:t>
            </a:r>
            <a:br>
              <a:rPr lang="en-US" dirty="0">
                <a:solidFill>
                  <a:srgbClr val="FF0000"/>
                </a:solidFill>
              </a:rPr>
            </a:br>
            <a:br>
              <a:rPr lang="en-US" sz="1800" dirty="0">
                <a:solidFill>
                  <a:srgbClr val="92D050"/>
                </a:solidFill>
              </a:rPr>
            </a:br>
            <a:r>
              <a:rPr lang="en-US" sz="1800" dirty="0">
                <a:solidFill>
                  <a:srgbClr val="92D050"/>
                </a:solidFill>
              </a:rPr>
              <a:t>Using MobileNetV2 Features and Logistic Regression with Noise-Robust Learning</a:t>
            </a:r>
            <a:br>
              <a:rPr lang="en-US" sz="3600" dirty="0">
                <a:solidFill>
                  <a:srgbClr val="C00000"/>
                </a:solidFill>
              </a:rPr>
            </a:br>
            <a:endParaRPr lang="en-IN" sz="3600" b="1" dirty="0">
              <a:solidFill>
                <a:srgbClr val="C00000"/>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6CA4A291-3840-A232-5FDD-C957319B941E}"/>
              </a:ext>
            </a:extLst>
          </p:cNvPr>
          <p:cNvSpPr>
            <a:spLocks noGrp="1"/>
          </p:cNvSpPr>
          <p:nvPr>
            <p:ph type="dt" sz="half" idx="10"/>
          </p:nvPr>
        </p:nvSpPr>
        <p:spPr/>
        <p:txBody>
          <a:bodyPr/>
          <a:lstStyle/>
          <a:p>
            <a:fld id="{CE3904FB-2836-468E-82A3-DB729264CBE4}" type="datetime1">
              <a:rPr lang="en-IN" smtClean="0"/>
              <a:t>18-12-2025</a:t>
            </a:fld>
            <a:endParaRPr lang="en-IN" dirty="0"/>
          </a:p>
        </p:txBody>
      </p:sp>
      <p:sp>
        <p:nvSpPr>
          <p:cNvPr id="5" name="Footer Placeholder 4">
            <a:extLst>
              <a:ext uri="{FF2B5EF4-FFF2-40B4-BE49-F238E27FC236}">
                <a16:creationId xmlns:a16="http://schemas.microsoft.com/office/drawing/2014/main" id="{0A2574E5-84A6-D65B-08F8-6ABFAD25553D}"/>
              </a:ext>
            </a:extLst>
          </p:cNvPr>
          <p:cNvSpPr>
            <a:spLocks noGrp="1"/>
          </p:cNvSpPr>
          <p:nvPr>
            <p:ph type="ftr" sz="quarter" idx="11"/>
          </p:nvPr>
        </p:nvSpPr>
        <p:spPr/>
        <p:txBody>
          <a:bodyPr/>
          <a:lstStyle/>
          <a:p>
            <a:r>
              <a:rPr lang="en-US" dirty="0"/>
              <a:t>Review No.  3       Batch No.   AB3      Department of CSE</a:t>
            </a:r>
            <a:endParaRPr lang="en-IN" dirty="0"/>
          </a:p>
        </p:txBody>
      </p:sp>
      <p:sp>
        <p:nvSpPr>
          <p:cNvPr id="6" name="Slide Number Placeholder 5">
            <a:extLst>
              <a:ext uri="{FF2B5EF4-FFF2-40B4-BE49-F238E27FC236}">
                <a16:creationId xmlns:a16="http://schemas.microsoft.com/office/drawing/2014/main" id="{2F1EAE83-E101-7788-5957-F7FCBA3F0413}"/>
              </a:ext>
            </a:extLst>
          </p:cNvPr>
          <p:cNvSpPr>
            <a:spLocks noGrp="1"/>
          </p:cNvSpPr>
          <p:nvPr>
            <p:ph type="sldNum" sz="quarter" idx="12"/>
          </p:nvPr>
        </p:nvSpPr>
        <p:spPr/>
        <p:txBody>
          <a:bodyPr/>
          <a:lstStyle/>
          <a:p>
            <a:fld id="{65DCBD69-296B-4D7C-AF62-9B588FC78772}" type="slidenum">
              <a:rPr lang="en-IN" smtClean="0"/>
              <a:t>1</a:t>
            </a:fld>
            <a:endParaRPr lang="en-IN"/>
          </a:p>
        </p:txBody>
      </p:sp>
      <p:pic>
        <p:nvPicPr>
          <p:cNvPr id="7" name="Picture 6">
            <a:extLst>
              <a:ext uri="{FF2B5EF4-FFF2-40B4-BE49-F238E27FC236}">
                <a16:creationId xmlns:a16="http://schemas.microsoft.com/office/drawing/2014/main" id="{D41C1983-F81B-E494-6D2E-28B0DBB063C1}"/>
              </a:ext>
            </a:extLst>
          </p:cNvPr>
          <p:cNvPicPr>
            <a:picLocks noChangeAspect="1"/>
          </p:cNvPicPr>
          <p:nvPr/>
        </p:nvPicPr>
        <p:blipFill>
          <a:blip r:embed="rId2"/>
          <a:stretch>
            <a:fillRect/>
          </a:stretch>
        </p:blipFill>
        <p:spPr>
          <a:xfrm>
            <a:off x="0" y="90674"/>
            <a:ext cx="3762900" cy="579027"/>
          </a:xfrm>
          <a:prstGeom prst="rect">
            <a:avLst/>
          </a:prstGeom>
        </p:spPr>
      </p:pic>
    </p:spTree>
    <p:extLst>
      <p:ext uri="{BB962C8B-B14F-4D97-AF65-F5344CB8AC3E}">
        <p14:creationId xmlns:p14="http://schemas.microsoft.com/office/powerpoint/2010/main" val="3432415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a:spLocks/>
          </p:cNvSpPr>
          <p:nvPr/>
        </p:nvSpPr>
        <p:spPr>
          <a:xfrm>
            <a:off x="1834796" y="659415"/>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lvl="0" algn="ctr">
              <a:spcBef>
                <a:spcPct val="20000"/>
              </a:spcBef>
              <a:defRPr/>
            </a:pPr>
            <a:r>
              <a:rPr lang="en-US" b="1" dirty="0">
                <a:latin typeface="Times New Roman" panose="02020603050405020304" pitchFamily="18" charset="0"/>
                <a:cs typeface="Times New Roman" pitchFamily="18" charset="0"/>
              </a:rPr>
              <a:t>Department of Computer Science and Engineering</a:t>
            </a:r>
          </a:p>
          <a:p>
            <a:endParaRPr lang="en-US" sz="2000" dirty="0">
              <a:solidFill>
                <a:srgbClr val="FF0000"/>
              </a:solidFill>
            </a:endParaRPr>
          </a:p>
          <a:p>
            <a:r>
              <a:rPr lang="en-US" sz="2000" dirty="0">
                <a:solidFill>
                  <a:srgbClr val="FF0000"/>
                </a:solidFill>
              </a:rPr>
              <a:t>Realistic and Lightweight Driver Drowsiness </a:t>
            </a:r>
            <a:r>
              <a:rPr lang="en-US" sz="2000" dirty="0" err="1">
                <a:solidFill>
                  <a:srgbClr val="FF0000"/>
                </a:solidFill>
              </a:rPr>
              <a:t>DetectionUsing</a:t>
            </a:r>
            <a:r>
              <a:rPr lang="en-US" sz="2000" dirty="0">
                <a:solidFill>
                  <a:srgbClr val="FF0000"/>
                </a:solidFill>
              </a:rPr>
              <a:t> MobileNetV2 </a:t>
            </a:r>
          </a:p>
          <a:p>
            <a:endParaRPr lang="en-US" sz="2400" dirty="0"/>
          </a:p>
          <a:p>
            <a:pPr lvl="0" algn="ctr">
              <a:spcBef>
                <a:spcPct val="20000"/>
              </a:spcBef>
              <a:defRPr/>
            </a:pPr>
            <a:b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br>
            <a:endPar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6" name="Subtitle 2"/>
          <p:cNvSpPr>
            <a:spLocks noGrp="1"/>
          </p:cNvSpPr>
          <p:nvPr>
            <p:ph type="subTitle" idx="1"/>
          </p:nvPr>
        </p:nvSpPr>
        <p:spPr>
          <a:xfrm>
            <a:off x="1881450" y="1968030"/>
            <a:ext cx="9144000" cy="1603428"/>
          </a:xfrm>
        </p:spPr>
        <p:txBody>
          <a:bodyPr>
            <a:normAutofit lnSpcReduction="10000"/>
          </a:bodyPr>
          <a:lstStyle/>
          <a:p>
            <a:pPr eaLnBrk="1" hangingPunct="1"/>
            <a:r>
              <a:rPr lang="en-US" altLang="en-US" sz="1600" dirty="0">
                <a:solidFill>
                  <a:schemeClr val="tx1"/>
                </a:solidFill>
                <a:latin typeface="Times New Roman" panose="02020603050405020304" pitchFamily="18" charset="0"/>
                <a:cs typeface="Times New Roman" pitchFamily="18" charset="0"/>
              </a:rPr>
              <a:t>PRESENTED BY</a:t>
            </a:r>
          </a:p>
          <a:p>
            <a:pPr algn="l"/>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Gaddam Raghu rami </a:t>
            </a:r>
            <a:r>
              <a:rPr lang="en-US" altLang="en-US" sz="1600" dirty="0" err="1">
                <a:latin typeface="Times New Roman" panose="02020603050405020304" pitchFamily="18" charset="0"/>
                <a:cs typeface="Times New Roman" pitchFamily="18" charset="0"/>
              </a:rPr>
              <a:t>reddy</a:t>
            </a:r>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22471A0519</a:t>
            </a:r>
            <a:endParaRPr lang="en-US" altLang="en-US" sz="1600" dirty="0">
              <a:solidFill>
                <a:schemeClr val="tx1"/>
              </a:solidFill>
              <a:latin typeface="Times New Roman" panose="02020603050405020304" pitchFamily="18" charset="0"/>
              <a:cs typeface="Times New Roman" pitchFamily="18" charset="0"/>
            </a:endParaRPr>
          </a:p>
          <a:p>
            <a:pPr algn="l"/>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	Shaik Ismail</a:t>
            </a:r>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22471A0549</a:t>
            </a:r>
            <a:endParaRPr lang="en-US" altLang="en-US" sz="1600" dirty="0">
              <a:solidFill>
                <a:schemeClr val="tx1"/>
              </a:solidFill>
              <a:latin typeface="Times New Roman" panose="02020603050405020304" pitchFamily="18" charset="0"/>
              <a:cs typeface="Times New Roman" pitchFamily="18" charset="0"/>
            </a:endParaRPr>
          </a:p>
          <a:p>
            <a:pPr algn="l"/>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	</a:t>
            </a:r>
            <a:r>
              <a:rPr lang="en-US" altLang="en-US" sz="1600" dirty="0" err="1">
                <a:latin typeface="Times New Roman" panose="02020603050405020304" pitchFamily="18" charset="0"/>
                <a:cs typeface="Times New Roman" pitchFamily="18" charset="0"/>
              </a:rPr>
              <a:t>Nelaturi</a:t>
            </a:r>
            <a:r>
              <a:rPr lang="en-US" altLang="en-US" sz="1600" dirty="0">
                <a:latin typeface="Times New Roman" panose="02020603050405020304" pitchFamily="18" charset="0"/>
                <a:cs typeface="Times New Roman" pitchFamily="18" charset="0"/>
              </a:rPr>
              <a:t> Vinay</a:t>
            </a:r>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22471A0543</a:t>
            </a:r>
          </a:p>
          <a:p>
            <a:pPr algn="l"/>
            <a:r>
              <a:rPr lang="en-US" altLang="en-US" sz="1600" dirty="0">
                <a:solidFill>
                  <a:schemeClr val="tx1"/>
                </a:solidFill>
                <a:latin typeface="Times New Roman" panose="02020603050405020304" pitchFamily="18" charset="0"/>
                <a:cs typeface="Times New Roman" pitchFamily="18" charset="0"/>
              </a:rPr>
              <a:t>		</a:t>
            </a:r>
            <a:r>
              <a:rPr lang="en-US" altLang="en-US" sz="1600" dirty="0" err="1">
                <a:solidFill>
                  <a:schemeClr val="tx1"/>
                </a:solidFill>
                <a:latin typeface="Times New Roman" panose="02020603050405020304" pitchFamily="18" charset="0"/>
                <a:cs typeface="Times New Roman" pitchFamily="18" charset="0"/>
              </a:rPr>
              <a:t>Moghal</a:t>
            </a:r>
            <a:r>
              <a:rPr lang="en-US" altLang="en-US" sz="1600" dirty="0">
                <a:solidFill>
                  <a:schemeClr val="tx1"/>
                </a:solidFill>
                <a:latin typeface="Times New Roman" panose="02020603050405020304" pitchFamily="18" charset="0"/>
                <a:cs typeface="Times New Roman" pitchFamily="18" charset="0"/>
              </a:rPr>
              <a:t> Babar 			22471A0538</a:t>
            </a:r>
          </a:p>
        </p:txBody>
      </p:sp>
      <p:sp>
        <p:nvSpPr>
          <p:cNvPr id="17" name="Subtitle 2"/>
          <p:cNvSpPr txBox="1">
            <a:spLocks/>
          </p:cNvSpPr>
          <p:nvPr/>
        </p:nvSpPr>
        <p:spPr bwMode="auto">
          <a:xfrm>
            <a:off x="2782854" y="3571458"/>
            <a:ext cx="6858000" cy="2288429"/>
          </a:xfrm>
          <a:prstGeom prst="rect">
            <a:avLst/>
          </a:prstGeom>
          <a:noFill/>
          <a:ln w="9525">
            <a:noFill/>
            <a:miter lim="800000"/>
            <a:headEnd/>
            <a:tailEnd/>
          </a:ln>
        </p:spPr>
        <p:txBody>
          <a:bodyPr/>
          <a:lstStyle/>
          <a:p>
            <a:pPr algn="ctr" eaLnBrk="1" hangingPunct="1">
              <a:spcBef>
                <a:spcPct val="20000"/>
              </a:spcBef>
              <a:buFont typeface="Wingdings" pitchFamily="2" charset="2"/>
              <a:buNone/>
            </a:pPr>
            <a:r>
              <a:rPr lang="en-US" altLang="en-US" dirty="0">
                <a:solidFill>
                  <a:srgbClr val="006600"/>
                </a:solidFill>
                <a:latin typeface="Times New Roman" panose="02020603050405020304" pitchFamily="18" charset="0"/>
                <a:cs typeface="Times New Roman" pitchFamily="18" charset="0"/>
              </a:rPr>
              <a:t>Under the Guidance of,</a:t>
            </a:r>
            <a:endParaRPr lang="en-US" altLang="en-US" b="1" dirty="0">
              <a:solidFill>
                <a:srgbClr val="006600"/>
              </a:solidFill>
              <a:latin typeface="Times New Roman" pitchFamily="18" charset="0"/>
              <a:cs typeface="Times New Roman" pitchFamily="18" charset="0"/>
            </a:endParaRPr>
          </a:p>
          <a:p>
            <a:pPr algn="ctr">
              <a:spcBef>
                <a:spcPct val="20000"/>
              </a:spcBef>
            </a:pPr>
            <a:r>
              <a:rPr lang="en-US" sz="2400" b="1" baseline="-25000" dirty="0" err="1">
                <a:latin typeface="Times New Roman" panose="02020603050405020304" pitchFamily="18" charset="0"/>
                <a:cs typeface="Times New Roman" panose="02020603050405020304" pitchFamily="18" charset="0"/>
              </a:rPr>
              <a:t>Nukala.Vijaya</a:t>
            </a:r>
            <a:r>
              <a:rPr lang="en-US" sz="2400" b="1" baseline="-25000" dirty="0">
                <a:latin typeface="Times New Roman" panose="02020603050405020304" pitchFamily="18" charset="0"/>
                <a:cs typeface="Times New Roman" panose="02020603050405020304" pitchFamily="18" charset="0"/>
              </a:rPr>
              <a:t> Kumar </a:t>
            </a:r>
            <a:r>
              <a:rPr lang="en-US" sz="1600" b="1" baseline="-25000" dirty="0">
                <a:latin typeface="Times New Roman" panose="02020603050405020304" pitchFamily="18" charset="0"/>
                <a:cs typeface="Times New Roman" panose="02020603050405020304" pitchFamily="18" charset="0"/>
              </a:rPr>
              <a:t>M.Tech,</a:t>
            </a:r>
            <a:endParaRPr lang="en-IN" sz="1600" dirty="0">
              <a:latin typeface="Times New Roman" panose="02020603050405020304" pitchFamily="18" charset="0"/>
              <a:cs typeface="Times New Roman" panose="02020603050405020304" pitchFamily="18" charset="0"/>
            </a:endParaRPr>
          </a:p>
          <a:p>
            <a:pPr algn="ctr" eaLnBrk="1" hangingPunct="1">
              <a:spcBef>
                <a:spcPct val="20000"/>
              </a:spcBef>
              <a:buFont typeface="Wingdings" pitchFamily="2" charset="2"/>
              <a:buNone/>
            </a:pPr>
            <a:r>
              <a:rPr lang="en-US" altLang="en-US" sz="1600" b="1" u="sng" dirty="0">
                <a:solidFill>
                  <a:srgbClr val="FF0000"/>
                </a:solidFill>
                <a:latin typeface="Times New Roman" pitchFamily="18" charset="0"/>
                <a:cs typeface="Times New Roman" pitchFamily="18" charset="0"/>
              </a:rPr>
              <a:t>Assistant Professor,</a:t>
            </a:r>
          </a:p>
          <a:p>
            <a:pPr algn="ctr" eaLnBrk="1" hangingPunct="1">
              <a:lnSpc>
                <a:spcPct val="150000"/>
              </a:lnSpc>
              <a:spcBef>
                <a:spcPct val="20000"/>
              </a:spcBef>
              <a:buFont typeface="Wingdings" pitchFamily="2" charset="2"/>
              <a:buNone/>
            </a:pPr>
            <a:r>
              <a:rPr lang="en-US" altLang="en-US" sz="1600" dirty="0">
                <a:latin typeface="Times New Roman" pitchFamily="18" charset="0"/>
                <a:cs typeface="Times New Roman" pitchFamily="18" charset="0"/>
              </a:rPr>
              <a:t>Department of Computer Science and Engineering,</a:t>
            </a:r>
          </a:p>
          <a:p>
            <a:pPr algn="ctr" eaLnBrk="1" hangingPunct="1">
              <a:lnSpc>
                <a:spcPct val="150000"/>
              </a:lnSpc>
              <a:spcBef>
                <a:spcPct val="20000"/>
              </a:spcBef>
              <a:buFont typeface="Wingdings" pitchFamily="2" charset="2"/>
              <a:buNone/>
            </a:pPr>
            <a:r>
              <a:rPr lang="en-US" altLang="en-US" sz="1600" dirty="0" err="1">
                <a:latin typeface="Times New Roman" pitchFamily="18" charset="0"/>
                <a:cs typeface="Times New Roman" pitchFamily="18" charset="0"/>
              </a:rPr>
              <a:t>Narasaraopeta</a:t>
            </a:r>
            <a:r>
              <a:rPr lang="en-US" altLang="en-US" sz="1600" dirty="0">
                <a:latin typeface="Times New Roman" pitchFamily="18" charset="0"/>
                <a:cs typeface="Times New Roman" pitchFamily="18" charset="0"/>
              </a:rPr>
              <a:t> Engineering College (Autonomous),</a:t>
            </a:r>
          </a:p>
          <a:p>
            <a:pPr algn="ctr" eaLnBrk="1" hangingPunct="1">
              <a:lnSpc>
                <a:spcPct val="150000"/>
              </a:lnSpc>
              <a:spcBef>
                <a:spcPct val="20000"/>
              </a:spcBef>
              <a:buFont typeface="Wingdings" pitchFamily="2" charset="2"/>
              <a:buNone/>
            </a:pPr>
            <a:r>
              <a:rPr lang="en-US" altLang="en-US" sz="1600" dirty="0" err="1">
                <a:latin typeface="Times New Roman" pitchFamily="18" charset="0"/>
                <a:cs typeface="Times New Roman" pitchFamily="18" charset="0"/>
              </a:rPr>
              <a:t>Narasaraopet</a:t>
            </a:r>
            <a:r>
              <a:rPr lang="en-US" altLang="en-US" sz="1600" dirty="0">
                <a:latin typeface="Times New Roman" pitchFamily="18" charset="0"/>
                <a:cs typeface="Times New Roman" pitchFamily="18" charset="0"/>
              </a:rPr>
              <a:t>- 522 601.</a:t>
            </a:r>
          </a:p>
        </p:txBody>
      </p:sp>
      <p:pic>
        <p:nvPicPr>
          <p:cNvPr id="9" name="Picture 8"/>
          <p:cNvPicPr>
            <a:picLocks noChangeAspect="1"/>
          </p:cNvPicPr>
          <p:nvPr/>
        </p:nvPicPr>
        <p:blipFill>
          <a:blip r:embed="rId3"/>
          <a:stretch>
            <a:fillRect/>
          </a:stretch>
        </p:blipFill>
        <p:spPr>
          <a:xfrm>
            <a:off x="0" y="90674"/>
            <a:ext cx="3762900" cy="579027"/>
          </a:xfrm>
          <a:prstGeom prst="rect">
            <a:avLst/>
          </a:prstGeom>
        </p:spPr>
      </p:pic>
      <p:sp>
        <p:nvSpPr>
          <p:cNvPr id="2" name="Date Placeholder 1">
            <a:extLst>
              <a:ext uri="{FF2B5EF4-FFF2-40B4-BE49-F238E27FC236}">
                <a16:creationId xmlns:a16="http://schemas.microsoft.com/office/drawing/2014/main" id="{398E28E1-D21D-A890-E735-1BE8CECBF2D2}"/>
              </a:ext>
            </a:extLst>
          </p:cNvPr>
          <p:cNvSpPr>
            <a:spLocks noGrp="1"/>
          </p:cNvSpPr>
          <p:nvPr>
            <p:ph type="dt" sz="half" idx="10"/>
          </p:nvPr>
        </p:nvSpPr>
        <p:spPr/>
        <p:txBody>
          <a:bodyPr/>
          <a:lstStyle/>
          <a:p>
            <a:fld id="{FFA311DF-0697-4E80-836E-43DF2195984E}" type="datetime1">
              <a:rPr lang="en-IN" smtClean="0"/>
              <a:t>18-12-2025</a:t>
            </a:fld>
            <a:endParaRPr lang="en-IN"/>
          </a:p>
        </p:txBody>
      </p:sp>
      <p:sp>
        <p:nvSpPr>
          <p:cNvPr id="3" name="Footer Placeholder 2">
            <a:extLst>
              <a:ext uri="{FF2B5EF4-FFF2-40B4-BE49-F238E27FC236}">
                <a16:creationId xmlns:a16="http://schemas.microsoft.com/office/drawing/2014/main" id="{036A7BC5-E2C5-B866-376E-2136F399CE12}"/>
              </a:ext>
            </a:extLst>
          </p:cNvPr>
          <p:cNvSpPr>
            <a:spLocks noGrp="1"/>
          </p:cNvSpPr>
          <p:nvPr>
            <p:ph type="ftr" sz="quarter" idx="11"/>
          </p:nvPr>
        </p:nvSpPr>
        <p:spPr/>
        <p:txBody>
          <a:bodyPr/>
          <a:lstStyle/>
          <a:p>
            <a:r>
              <a:rPr lang="en-US" dirty="0"/>
              <a:t>Review No.  3       Batch No.   AB3      Department of CSE</a:t>
            </a:r>
            <a:endParaRPr lang="en-IN" dirty="0"/>
          </a:p>
        </p:txBody>
      </p:sp>
      <p:sp>
        <p:nvSpPr>
          <p:cNvPr id="4" name="Slide Number Placeholder 3">
            <a:extLst>
              <a:ext uri="{FF2B5EF4-FFF2-40B4-BE49-F238E27FC236}">
                <a16:creationId xmlns:a16="http://schemas.microsoft.com/office/drawing/2014/main" id="{E0582B04-E0CD-BA5A-E603-26218D054A8A}"/>
              </a:ext>
            </a:extLst>
          </p:cNvPr>
          <p:cNvSpPr>
            <a:spLocks noGrp="1"/>
          </p:cNvSpPr>
          <p:nvPr>
            <p:ph type="sldNum" sz="quarter" idx="12"/>
          </p:nvPr>
        </p:nvSpPr>
        <p:spPr/>
        <p:txBody>
          <a:bodyPr/>
          <a:lstStyle/>
          <a:p>
            <a:fld id="{65DCBD69-296B-4D7C-AF62-9B588FC78772}" type="slidenum">
              <a:rPr lang="en-IN" smtClean="0"/>
              <a:t>2</a:t>
            </a:fld>
            <a:endParaRPr lang="en-IN"/>
          </a:p>
        </p:txBody>
      </p:sp>
    </p:spTree>
    <p:extLst>
      <p:ext uri="{BB962C8B-B14F-4D97-AF65-F5344CB8AC3E}">
        <p14:creationId xmlns:p14="http://schemas.microsoft.com/office/powerpoint/2010/main" val="1769691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274193"/>
            <a:ext cx="10515600" cy="4683829"/>
          </a:xfrm>
        </p:spPr>
        <p:txBody>
          <a:bodyPr>
            <a:normAutofit fontScale="62500" lnSpcReduction="20000"/>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Research Gaps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Block Diagram / Flow Diagram</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Methodology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Implementation</a:t>
            </a:r>
          </a:p>
          <a:p>
            <a:pPr marL="514350" indent="-514350">
              <a:buFont typeface="+mj-lt"/>
              <a:buAutoNum type="arabicPeriod"/>
            </a:pPr>
            <a:r>
              <a:rPr lang="en-IN" sz="2800" dirty="0">
                <a:latin typeface="Times New Roman" panose="02020603050405020304" pitchFamily="18" charset="0"/>
                <a:cs typeface="Times New Roman" panose="02020603050405020304" pitchFamily="18" charset="0"/>
              </a:rPr>
              <a:t>Results and Analysis</a:t>
            </a:r>
          </a:p>
          <a:p>
            <a:pPr marL="514350" indent="-514350">
              <a:buFont typeface="+mj-lt"/>
              <a:buAutoNum type="arabicPeriod"/>
            </a:pPr>
            <a:r>
              <a:rPr lang="en-IN" sz="2800" dirty="0">
                <a:latin typeface="Times New Roman" panose="02020603050405020304" pitchFamily="18" charset="0"/>
                <a:cs typeface="Times New Roman" panose="02020603050405020304" pitchFamily="18" charset="0"/>
              </a:rPr>
              <a:t>Conclusion &amp; Future Scope</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References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Question and Answers</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Acknowledgements</a:t>
            </a:r>
          </a:p>
          <a:p>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08FBD3E7-CA13-4C6D-C568-7526ADA99AB4}"/>
              </a:ext>
            </a:extLst>
          </p:cNvPr>
          <p:cNvSpPr>
            <a:spLocks noGrp="1"/>
          </p:cNvSpPr>
          <p:nvPr>
            <p:ph type="dt" sz="half" idx="10"/>
          </p:nvPr>
        </p:nvSpPr>
        <p:spPr/>
        <p:txBody>
          <a:bodyPr/>
          <a:lstStyle/>
          <a:p>
            <a:fld id="{19068C50-672A-44E3-A054-C464663F0E7E}" type="datetime1">
              <a:rPr lang="en-IN" smtClean="0"/>
              <a:t>18-12-2025</a:t>
            </a:fld>
            <a:endParaRPr lang="en-IN"/>
          </a:p>
        </p:txBody>
      </p:sp>
      <p:sp>
        <p:nvSpPr>
          <p:cNvPr id="3" name="Footer Placeholder 2">
            <a:extLst>
              <a:ext uri="{FF2B5EF4-FFF2-40B4-BE49-F238E27FC236}">
                <a16:creationId xmlns:a16="http://schemas.microsoft.com/office/drawing/2014/main" id="{0BF6A06A-AB34-B643-BCA7-915CF97DC051}"/>
              </a:ext>
            </a:extLst>
          </p:cNvPr>
          <p:cNvSpPr>
            <a:spLocks noGrp="1"/>
          </p:cNvSpPr>
          <p:nvPr>
            <p:ph type="ftr" sz="quarter" idx="11"/>
          </p:nvPr>
        </p:nvSpPr>
        <p:spPr/>
        <p:txBody>
          <a:bodyPr/>
          <a:lstStyle/>
          <a:p>
            <a:r>
              <a:rPr lang="en-US" dirty="0"/>
              <a:t>Review No.  3       Batch No.   AB7       Department of CSE</a:t>
            </a:r>
            <a:endParaRPr lang="en-IN" dirty="0"/>
          </a:p>
        </p:txBody>
      </p:sp>
      <p:sp>
        <p:nvSpPr>
          <p:cNvPr id="4" name="Slide Number Placeholder 3">
            <a:extLst>
              <a:ext uri="{FF2B5EF4-FFF2-40B4-BE49-F238E27FC236}">
                <a16:creationId xmlns:a16="http://schemas.microsoft.com/office/drawing/2014/main" id="{F1C51766-A140-B3BD-55F8-E8376912C2DC}"/>
              </a:ext>
            </a:extLst>
          </p:cNvPr>
          <p:cNvSpPr>
            <a:spLocks noGrp="1"/>
          </p:cNvSpPr>
          <p:nvPr>
            <p:ph type="sldNum" sz="quarter" idx="12"/>
          </p:nvPr>
        </p:nvSpPr>
        <p:spPr/>
        <p:txBody>
          <a:bodyPr/>
          <a:lstStyle/>
          <a:p>
            <a:fld id="{65DCBD69-296B-4D7C-AF62-9B588FC78772}" type="slidenum">
              <a:rPr lang="en-IN" smtClean="0"/>
              <a:t>3</a:t>
            </a:fld>
            <a:endParaRPr lang="en-IN"/>
          </a:p>
        </p:txBody>
      </p:sp>
    </p:spTree>
    <p:extLst>
      <p:ext uri="{BB962C8B-B14F-4D97-AF65-F5344CB8AC3E}">
        <p14:creationId xmlns:p14="http://schemas.microsoft.com/office/powerpoint/2010/main" val="3006752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ABSTRACT</a:t>
            </a:r>
          </a:p>
        </p:txBody>
      </p:sp>
      <p:sp>
        <p:nvSpPr>
          <p:cNvPr id="2" name="Date Placeholder 1">
            <a:extLst>
              <a:ext uri="{FF2B5EF4-FFF2-40B4-BE49-F238E27FC236}">
                <a16:creationId xmlns:a16="http://schemas.microsoft.com/office/drawing/2014/main" id="{D088ED89-6CE2-1878-F958-F5F16C614D61}"/>
              </a:ext>
            </a:extLst>
          </p:cNvPr>
          <p:cNvSpPr>
            <a:spLocks noGrp="1"/>
          </p:cNvSpPr>
          <p:nvPr>
            <p:ph type="dt" sz="half" idx="10"/>
          </p:nvPr>
        </p:nvSpPr>
        <p:spPr/>
        <p:txBody>
          <a:bodyPr/>
          <a:lstStyle/>
          <a:p>
            <a:fld id="{E05D17A6-429A-4FAB-A13B-335914022B74}" type="datetime1">
              <a:rPr lang="en-IN" smtClean="0"/>
              <a:t>18-12-2025</a:t>
            </a:fld>
            <a:endParaRPr lang="en-IN"/>
          </a:p>
        </p:txBody>
      </p:sp>
      <p:sp>
        <p:nvSpPr>
          <p:cNvPr id="3" name="Footer Placeholder 2">
            <a:extLst>
              <a:ext uri="{FF2B5EF4-FFF2-40B4-BE49-F238E27FC236}">
                <a16:creationId xmlns:a16="http://schemas.microsoft.com/office/drawing/2014/main" id="{0C02C51E-C24F-2DF9-7455-5D3D609A69B5}"/>
              </a:ext>
            </a:extLst>
          </p:cNvPr>
          <p:cNvSpPr>
            <a:spLocks noGrp="1"/>
          </p:cNvSpPr>
          <p:nvPr>
            <p:ph type="ftr" sz="quarter" idx="11"/>
          </p:nvPr>
        </p:nvSpPr>
        <p:spPr/>
        <p:txBody>
          <a:bodyPr/>
          <a:lstStyle/>
          <a:p>
            <a:r>
              <a:rPr lang="en-US" dirty="0"/>
              <a:t>Review No.  3       Batch No.   AB7       Department of CSE</a:t>
            </a:r>
            <a:endParaRPr lang="en-IN" dirty="0"/>
          </a:p>
        </p:txBody>
      </p:sp>
      <p:sp>
        <p:nvSpPr>
          <p:cNvPr id="4" name="Slide Number Placeholder 3">
            <a:extLst>
              <a:ext uri="{FF2B5EF4-FFF2-40B4-BE49-F238E27FC236}">
                <a16:creationId xmlns:a16="http://schemas.microsoft.com/office/drawing/2014/main" id="{84BE4974-64E8-3029-AF29-2817BC350AE3}"/>
              </a:ext>
            </a:extLst>
          </p:cNvPr>
          <p:cNvSpPr>
            <a:spLocks noGrp="1"/>
          </p:cNvSpPr>
          <p:nvPr>
            <p:ph type="sldNum" sz="quarter" idx="12"/>
          </p:nvPr>
        </p:nvSpPr>
        <p:spPr/>
        <p:txBody>
          <a:bodyPr/>
          <a:lstStyle/>
          <a:p>
            <a:fld id="{65DCBD69-296B-4D7C-AF62-9B588FC78772}" type="slidenum">
              <a:rPr lang="en-IN" smtClean="0"/>
              <a:t>4</a:t>
            </a:fld>
            <a:endParaRPr lang="en-IN"/>
          </a:p>
        </p:txBody>
      </p:sp>
      <p:sp>
        <p:nvSpPr>
          <p:cNvPr id="10" name="Content Placeholder 9">
            <a:extLst>
              <a:ext uri="{FF2B5EF4-FFF2-40B4-BE49-F238E27FC236}">
                <a16:creationId xmlns:a16="http://schemas.microsoft.com/office/drawing/2014/main" id="{AA086CD2-097C-AC55-4DB0-B67564210FBB}"/>
              </a:ext>
            </a:extLst>
          </p:cNvPr>
          <p:cNvSpPr>
            <a:spLocks noGrp="1"/>
          </p:cNvSpPr>
          <p:nvPr>
            <p:ph idx="1"/>
          </p:nvPr>
        </p:nvSpPr>
        <p:spPr>
          <a:xfrm>
            <a:off x="466531" y="1614196"/>
            <a:ext cx="10887269" cy="4562767"/>
          </a:xfrm>
        </p:spPr>
        <p:txBody>
          <a:bodyPr/>
          <a:lstStyle/>
          <a:p>
            <a:r>
              <a:rPr lang="en-US" dirty="0"/>
              <a:t>This project introduces a realistic and lightweight driver drowsiness detection framework leveraging MobileNetV2 for feature extraction and logistic regression with noise-robust learning. The proposed method aims to achieve real-time, accurate detection of drowsiness under natural driving conditions while minimizing computational overhead. Experimental evaluations demonstrate superior accuracy and robustness against noisy input conditions.</a:t>
            </a:r>
            <a:endParaRPr lang="en-IN" dirty="0"/>
          </a:p>
        </p:txBody>
      </p:sp>
    </p:spTree>
    <p:extLst>
      <p:ext uri="{BB962C8B-B14F-4D97-AF65-F5344CB8AC3E}">
        <p14:creationId xmlns:p14="http://schemas.microsoft.com/office/powerpoint/2010/main" val="1369108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algn="just"/>
            <a:r>
              <a:rPr lang="en-US" dirty="0"/>
              <a:t>Driver drowsiness detection plays a crucial role in preventing accidents and ensuring road safety. Traditional methods often rely on physiological signals or hand-crafted visual features, which are not scalable or robust under real-world driving conditions. With advancements in deep learning, CNN-based architectures like MobileNetV2 provide efficient and lightweight solutions for on-device computation. Our approach combines MobileNetV2 features with logistic regression and noise-robust learning for enhanced reliability.</a:t>
            </a:r>
          </a:p>
          <a:p>
            <a:pPr algn="just"/>
            <a:endParaRPr lang="en-US" sz="26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A41334F-F304-F402-6BCD-557819BA46D8}"/>
              </a:ext>
            </a:extLst>
          </p:cNvPr>
          <p:cNvSpPr>
            <a:spLocks noGrp="1"/>
          </p:cNvSpPr>
          <p:nvPr>
            <p:ph type="dt" sz="half" idx="10"/>
          </p:nvPr>
        </p:nvSpPr>
        <p:spPr/>
        <p:txBody>
          <a:bodyPr/>
          <a:lstStyle/>
          <a:p>
            <a:fld id="{D43FBEF9-A74C-451A-8DE3-9ECB10565EBA}" type="datetime1">
              <a:rPr lang="en-IN" smtClean="0"/>
              <a:t>18-12-2025</a:t>
            </a:fld>
            <a:endParaRPr lang="en-IN"/>
          </a:p>
        </p:txBody>
      </p:sp>
      <p:sp>
        <p:nvSpPr>
          <p:cNvPr id="3" name="Footer Placeholder 2">
            <a:extLst>
              <a:ext uri="{FF2B5EF4-FFF2-40B4-BE49-F238E27FC236}">
                <a16:creationId xmlns:a16="http://schemas.microsoft.com/office/drawing/2014/main" id="{726FCB64-8655-3FE5-3A63-1D06DCC67D3D}"/>
              </a:ext>
            </a:extLst>
          </p:cNvPr>
          <p:cNvSpPr>
            <a:spLocks noGrp="1"/>
          </p:cNvSpPr>
          <p:nvPr>
            <p:ph type="ftr" sz="quarter" idx="11"/>
          </p:nvPr>
        </p:nvSpPr>
        <p:spPr/>
        <p:txBody>
          <a:bodyPr/>
          <a:lstStyle/>
          <a:p>
            <a:r>
              <a:rPr lang="en-US" dirty="0"/>
              <a:t>Review No.  3       Batch No.   AB7       Department of CSE</a:t>
            </a:r>
            <a:endParaRPr lang="en-IN" dirty="0"/>
          </a:p>
        </p:txBody>
      </p:sp>
      <p:sp>
        <p:nvSpPr>
          <p:cNvPr id="4" name="Slide Number Placeholder 3">
            <a:extLst>
              <a:ext uri="{FF2B5EF4-FFF2-40B4-BE49-F238E27FC236}">
                <a16:creationId xmlns:a16="http://schemas.microsoft.com/office/drawing/2014/main" id="{D3735026-E66F-12F5-FDDA-5C8F6ADB17AC}"/>
              </a:ext>
            </a:extLst>
          </p:cNvPr>
          <p:cNvSpPr>
            <a:spLocks noGrp="1"/>
          </p:cNvSpPr>
          <p:nvPr>
            <p:ph type="sldNum" sz="quarter" idx="12"/>
          </p:nvPr>
        </p:nvSpPr>
        <p:spPr/>
        <p:txBody>
          <a:bodyPr/>
          <a:lstStyle/>
          <a:p>
            <a:fld id="{65DCBD69-296B-4D7C-AF62-9B588FC78772}" type="slidenum">
              <a:rPr lang="en-IN" smtClean="0"/>
              <a:t>5</a:t>
            </a:fld>
            <a:endParaRPr lang="en-IN"/>
          </a:p>
        </p:txBody>
      </p:sp>
    </p:spTree>
    <p:extLst>
      <p:ext uri="{BB962C8B-B14F-4D97-AF65-F5344CB8AC3E}">
        <p14:creationId xmlns:p14="http://schemas.microsoft.com/office/powerpoint/2010/main" val="3475754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6"/>
            <a:ext cx="10173182" cy="562154"/>
          </a:xfrm>
        </p:spPr>
        <p:txBody>
          <a:bodyPr>
            <a:normAutofit/>
          </a:bodyPr>
          <a:lstStyle/>
          <a:p>
            <a:pPr algn="ctr"/>
            <a:r>
              <a:rPr lang="en-US" sz="3200"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906561"/>
            <a:ext cx="10515600" cy="5814914"/>
          </a:xfrm>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6A8D3B62-7653-F786-D25A-A16213653EAC}"/>
              </a:ext>
            </a:extLst>
          </p:cNvPr>
          <p:cNvSpPr>
            <a:spLocks noGrp="1"/>
          </p:cNvSpPr>
          <p:nvPr>
            <p:ph type="dt" sz="half" idx="10"/>
          </p:nvPr>
        </p:nvSpPr>
        <p:spPr/>
        <p:txBody>
          <a:bodyPr/>
          <a:lstStyle/>
          <a:p>
            <a:fld id="{067ECD31-C1A7-4AD4-ABBC-4039B944A8B5}" type="datetime1">
              <a:rPr lang="en-IN" smtClean="0"/>
              <a:t>18-12-2025</a:t>
            </a:fld>
            <a:endParaRPr lang="en-IN"/>
          </a:p>
        </p:txBody>
      </p:sp>
      <p:sp>
        <p:nvSpPr>
          <p:cNvPr id="4" name="Footer Placeholder 3">
            <a:extLst>
              <a:ext uri="{FF2B5EF4-FFF2-40B4-BE49-F238E27FC236}">
                <a16:creationId xmlns:a16="http://schemas.microsoft.com/office/drawing/2014/main" id="{2A4FA552-215F-21C1-0F03-CE140A93DCDD}"/>
              </a:ext>
            </a:extLst>
          </p:cNvPr>
          <p:cNvSpPr>
            <a:spLocks noGrp="1"/>
          </p:cNvSpPr>
          <p:nvPr>
            <p:ph type="ftr" sz="quarter" idx="11"/>
          </p:nvPr>
        </p:nvSpPr>
        <p:spPr/>
        <p:txBody>
          <a:bodyPr/>
          <a:lstStyle/>
          <a:p>
            <a:r>
              <a:rPr lang="en-US" dirty="0"/>
              <a:t>Review No.  3       Batch No.   AB7       Department of CSE</a:t>
            </a:r>
            <a:endParaRPr lang="en-IN" dirty="0"/>
          </a:p>
        </p:txBody>
      </p:sp>
      <p:sp>
        <p:nvSpPr>
          <p:cNvPr id="11" name="Slide Number Placeholder 10">
            <a:extLst>
              <a:ext uri="{FF2B5EF4-FFF2-40B4-BE49-F238E27FC236}">
                <a16:creationId xmlns:a16="http://schemas.microsoft.com/office/drawing/2014/main" id="{0D6757A4-DF0D-DA45-33AE-86C71442D339}"/>
              </a:ext>
            </a:extLst>
          </p:cNvPr>
          <p:cNvSpPr>
            <a:spLocks noGrp="1"/>
          </p:cNvSpPr>
          <p:nvPr>
            <p:ph type="sldNum" sz="quarter" idx="12"/>
          </p:nvPr>
        </p:nvSpPr>
        <p:spPr/>
        <p:txBody>
          <a:bodyPr/>
          <a:lstStyle/>
          <a:p>
            <a:fld id="{65DCBD69-296B-4D7C-AF62-9B588FC78772}" type="slidenum">
              <a:rPr lang="en-IN" smtClean="0"/>
              <a:t>6</a:t>
            </a:fld>
            <a:endParaRPr lang="en-IN"/>
          </a:p>
        </p:txBody>
      </p:sp>
      <p:graphicFrame>
        <p:nvGraphicFramePr>
          <p:cNvPr id="13" name="Table 12">
            <a:extLst>
              <a:ext uri="{FF2B5EF4-FFF2-40B4-BE49-F238E27FC236}">
                <a16:creationId xmlns:a16="http://schemas.microsoft.com/office/drawing/2014/main" id="{3B439FBF-2858-70BA-9979-5EEABAA47F92}"/>
              </a:ext>
            </a:extLst>
          </p:cNvPr>
          <p:cNvGraphicFramePr>
            <a:graphicFrameLocks noGrp="1"/>
          </p:cNvGraphicFramePr>
          <p:nvPr>
            <p:extLst>
              <p:ext uri="{D42A27DB-BD31-4B8C-83A1-F6EECF244321}">
                <p14:modId xmlns:p14="http://schemas.microsoft.com/office/powerpoint/2010/main" val="635688677"/>
              </p:ext>
            </p:extLst>
          </p:nvPr>
        </p:nvGraphicFramePr>
        <p:xfrm>
          <a:off x="933061" y="1063689"/>
          <a:ext cx="10420742" cy="5206482"/>
        </p:xfrm>
        <a:graphic>
          <a:graphicData uri="http://schemas.openxmlformats.org/drawingml/2006/table">
            <a:tbl>
              <a:tblPr firstRow="1" bandRow="1">
                <a:tableStyleId>{5C22544A-7EE6-4342-B048-85BDC9FD1C3A}</a:tableStyleId>
              </a:tblPr>
              <a:tblGrid>
                <a:gridCol w="1016816">
                  <a:extLst>
                    <a:ext uri="{9D8B030D-6E8A-4147-A177-3AD203B41FA5}">
                      <a16:colId xmlns:a16="http://schemas.microsoft.com/office/drawing/2014/main" val="2731928346"/>
                    </a:ext>
                  </a:extLst>
                </a:gridCol>
                <a:gridCol w="1595756">
                  <a:extLst>
                    <a:ext uri="{9D8B030D-6E8A-4147-A177-3AD203B41FA5}">
                      <a16:colId xmlns:a16="http://schemas.microsoft.com/office/drawing/2014/main" val="3080833834"/>
                    </a:ext>
                  </a:extLst>
                </a:gridCol>
                <a:gridCol w="1538886">
                  <a:extLst>
                    <a:ext uri="{9D8B030D-6E8A-4147-A177-3AD203B41FA5}">
                      <a16:colId xmlns:a16="http://schemas.microsoft.com/office/drawing/2014/main" val="291558650"/>
                    </a:ext>
                  </a:extLst>
                </a:gridCol>
                <a:gridCol w="1567321">
                  <a:extLst>
                    <a:ext uri="{9D8B030D-6E8A-4147-A177-3AD203B41FA5}">
                      <a16:colId xmlns:a16="http://schemas.microsoft.com/office/drawing/2014/main" val="291715563"/>
                    </a:ext>
                  </a:extLst>
                </a:gridCol>
                <a:gridCol w="1605752">
                  <a:extLst>
                    <a:ext uri="{9D8B030D-6E8A-4147-A177-3AD203B41FA5}">
                      <a16:colId xmlns:a16="http://schemas.microsoft.com/office/drawing/2014/main" val="1217026907"/>
                    </a:ext>
                  </a:extLst>
                </a:gridCol>
                <a:gridCol w="1530220">
                  <a:extLst>
                    <a:ext uri="{9D8B030D-6E8A-4147-A177-3AD203B41FA5}">
                      <a16:colId xmlns:a16="http://schemas.microsoft.com/office/drawing/2014/main" val="2414850482"/>
                    </a:ext>
                  </a:extLst>
                </a:gridCol>
                <a:gridCol w="1565991">
                  <a:extLst>
                    <a:ext uri="{9D8B030D-6E8A-4147-A177-3AD203B41FA5}">
                      <a16:colId xmlns:a16="http://schemas.microsoft.com/office/drawing/2014/main" val="2696253533"/>
                    </a:ext>
                  </a:extLst>
                </a:gridCol>
              </a:tblGrid>
              <a:tr h="839755">
                <a:tc>
                  <a:txBody>
                    <a:bodyPr/>
                    <a:lstStyle/>
                    <a:p>
                      <a:pPr marL="182880">
                        <a:lnSpc>
                          <a:spcPct val="100000"/>
                        </a:lnSpc>
                        <a:spcBef>
                          <a:spcPts val="325"/>
                        </a:spcBef>
                      </a:pPr>
                      <a:r>
                        <a:rPr sz="1550" b="1" spc="-25" dirty="0">
                          <a:latin typeface="Calibri"/>
                          <a:cs typeface="Calibri"/>
                        </a:rPr>
                        <a:t>No</a:t>
                      </a:r>
                      <a:endParaRPr sz="1550" dirty="0">
                        <a:latin typeface="Calibri"/>
                        <a:cs typeface="Calibri"/>
                      </a:endParaRPr>
                    </a:p>
                  </a:txBody>
                  <a:tcPr marL="0" marR="0" marT="41275" marB="0"/>
                </a:tc>
                <a:tc>
                  <a:txBody>
                    <a:bodyPr/>
                    <a:lstStyle/>
                    <a:p>
                      <a:pPr marL="635" algn="ctr">
                        <a:lnSpc>
                          <a:spcPct val="100000"/>
                        </a:lnSpc>
                        <a:spcBef>
                          <a:spcPts val="325"/>
                        </a:spcBef>
                      </a:pPr>
                      <a:r>
                        <a:rPr sz="1550" b="1" spc="-10" dirty="0">
                          <a:latin typeface="Calibri"/>
                          <a:cs typeface="Calibri"/>
                        </a:rPr>
                        <a:t>Title</a:t>
                      </a:r>
                      <a:endParaRPr sz="1550" dirty="0">
                        <a:latin typeface="Calibri"/>
                        <a:cs typeface="Calibri"/>
                      </a:endParaRPr>
                    </a:p>
                  </a:txBody>
                  <a:tcPr marL="0" marR="0" marT="41275" marB="0"/>
                </a:tc>
                <a:tc>
                  <a:txBody>
                    <a:bodyPr/>
                    <a:lstStyle/>
                    <a:p>
                      <a:pPr marL="514984">
                        <a:lnSpc>
                          <a:spcPct val="100000"/>
                        </a:lnSpc>
                        <a:spcBef>
                          <a:spcPts val="325"/>
                        </a:spcBef>
                      </a:pPr>
                      <a:r>
                        <a:rPr sz="1550" b="1" spc="-10" dirty="0">
                          <a:latin typeface="Calibri"/>
                          <a:cs typeface="Calibri"/>
                        </a:rPr>
                        <a:t>Author</a:t>
                      </a:r>
                      <a:endParaRPr sz="1550" dirty="0">
                        <a:latin typeface="Calibri"/>
                        <a:cs typeface="Calibri"/>
                      </a:endParaRPr>
                    </a:p>
                  </a:txBody>
                  <a:tcPr marL="0" marR="0" marT="41275" marB="0"/>
                </a:tc>
                <a:tc>
                  <a:txBody>
                    <a:bodyPr/>
                    <a:lstStyle/>
                    <a:p>
                      <a:pPr marL="657225" marR="147955" indent="-494665">
                        <a:lnSpc>
                          <a:spcPct val="104900"/>
                        </a:lnSpc>
                        <a:spcBef>
                          <a:spcPts val="229"/>
                        </a:spcBef>
                      </a:pPr>
                      <a:r>
                        <a:rPr sz="1550" b="1" dirty="0">
                          <a:latin typeface="Calibri"/>
                          <a:cs typeface="Calibri"/>
                        </a:rPr>
                        <a:t>Journal</a:t>
                      </a:r>
                      <a:r>
                        <a:rPr sz="1550" b="1" spc="130" dirty="0">
                          <a:latin typeface="Calibri"/>
                          <a:cs typeface="Calibri"/>
                        </a:rPr>
                        <a:t> </a:t>
                      </a:r>
                      <a:r>
                        <a:rPr sz="1550" b="1" dirty="0">
                          <a:latin typeface="Calibri"/>
                          <a:cs typeface="Calibri"/>
                        </a:rPr>
                        <a:t>Name</a:t>
                      </a:r>
                      <a:r>
                        <a:rPr sz="1550" b="1" spc="90" dirty="0">
                          <a:latin typeface="Calibri"/>
                          <a:cs typeface="Calibri"/>
                        </a:rPr>
                        <a:t> </a:t>
                      </a:r>
                      <a:r>
                        <a:rPr sz="1550" b="1" spc="-50" dirty="0">
                          <a:latin typeface="Calibri"/>
                          <a:cs typeface="Calibri"/>
                        </a:rPr>
                        <a:t>&amp; </a:t>
                      </a:r>
                      <a:r>
                        <a:rPr sz="1550" b="1" spc="-20" dirty="0">
                          <a:latin typeface="Calibri"/>
                          <a:cs typeface="Calibri"/>
                        </a:rPr>
                        <a:t>Year</a:t>
                      </a:r>
                      <a:endParaRPr sz="1550">
                        <a:latin typeface="Calibri"/>
                        <a:cs typeface="Calibri"/>
                      </a:endParaRPr>
                    </a:p>
                  </a:txBody>
                  <a:tcPr marL="0" marR="0" marT="29209" marB="0"/>
                </a:tc>
                <a:tc>
                  <a:txBody>
                    <a:bodyPr/>
                    <a:lstStyle/>
                    <a:p>
                      <a:pPr marL="588010" marR="367030" indent="-208915">
                        <a:lnSpc>
                          <a:spcPct val="104900"/>
                        </a:lnSpc>
                        <a:spcBef>
                          <a:spcPts val="229"/>
                        </a:spcBef>
                      </a:pPr>
                      <a:r>
                        <a:rPr sz="1550" b="1" spc="-10" dirty="0">
                          <a:latin typeface="Calibri"/>
                          <a:cs typeface="Calibri"/>
                        </a:rPr>
                        <a:t>Methodology Adapted</a:t>
                      </a:r>
                      <a:endParaRPr sz="1550">
                        <a:latin typeface="Calibri"/>
                        <a:cs typeface="Calibri"/>
                      </a:endParaRPr>
                    </a:p>
                  </a:txBody>
                  <a:tcPr marL="0" marR="0" marT="29209" marB="0"/>
                </a:tc>
                <a:tc>
                  <a:txBody>
                    <a:bodyPr/>
                    <a:lstStyle/>
                    <a:p>
                      <a:pPr marL="254635">
                        <a:lnSpc>
                          <a:spcPct val="100000"/>
                        </a:lnSpc>
                        <a:spcBef>
                          <a:spcPts val="325"/>
                        </a:spcBef>
                      </a:pPr>
                      <a:r>
                        <a:rPr sz="1550" b="1" dirty="0">
                          <a:latin typeface="Calibri"/>
                          <a:cs typeface="Calibri"/>
                        </a:rPr>
                        <a:t>Key</a:t>
                      </a:r>
                      <a:r>
                        <a:rPr sz="1550" b="1" spc="45" dirty="0">
                          <a:latin typeface="Calibri"/>
                          <a:cs typeface="Calibri"/>
                        </a:rPr>
                        <a:t> </a:t>
                      </a:r>
                      <a:r>
                        <a:rPr sz="1550" b="1" spc="-10" dirty="0">
                          <a:latin typeface="Calibri"/>
                          <a:cs typeface="Calibri"/>
                        </a:rPr>
                        <a:t>Findings</a:t>
                      </a:r>
                      <a:endParaRPr sz="1550">
                        <a:latin typeface="Calibri"/>
                        <a:cs typeface="Calibri"/>
                      </a:endParaRPr>
                    </a:p>
                  </a:txBody>
                  <a:tcPr marL="0" marR="0" marT="41275" marB="0"/>
                </a:tc>
                <a:tc>
                  <a:txBody>
                    <a:bodyPr/>
                    <a:lstStyle/>
                    <a:p>
                      <a:pPr marL="19050" algn="ctr">
                        <a:lnSpc>
                          <a:spcPct val="100000"/>
                        </a:lnSpc>
                        <a:spcBef>
                          <a:spcPts val="325"/>
                        </a:spcBef>
                      </a:pPr>
                      <a:r>
                        <a:rPr sz="1550" b="1" spc="-20" dirty="0">
                          <a:latin typeface="Calibri"/>
                          <a:cs typeface="Calibri"/>
                        </a:rPr>
                        <a:t>Gaps</a:t>
                      </a:r>
                      <a:endParaRPr sz="1550">
                        <a:latin typeface="Calibri"/>
                        <a:cs typeface="Calibri"/>
                      </a:endParaRPr>
                    </a:p>
                  </a:txBody>
                  <a:tcPr marL="0" marR="0" marT="41275" marB="0"/>
                </a:tc>
                <a:extLst>
                  <a:ext uri="{0D108BD9-81ED-4DB2-BD59-A6C34878D82A}">
                    <a16:rowId xmlns:a16="http://schemas.microsoft.com/office/drawing/2014/main" val="3602661406"/>
                  </a:ext>
                </a:extLst>
              </a:tr>
              <a:tr h="839755">
                <a:tc>
                  <a:txBody>
                    <a:bodyPr/>
                    <a:lstStyle/>
                    <a:p>
                      <a:pPr marL="92075">
                        <a:lnSpc>
                          <a:spcPct val="100000"/>
                        </a:lnSpc>
                        <a:spcBef>
                          <a:spcPts val="254"/>
                        </a:spcBef>
                      </a:pPr>
                      <a:r>
                        <a:rPr sz="1400" spc="-50" dirty="0">
                          <a:latin typeface="Calibri"/>
                          <a:cs typeface="Calibri"/>
                        </a:rPr>
                        <a:t>1</a:t>
                      </a:r>
                      <a:endParaRPr sz="1400">
                        <a:latin typeface="Calibri"/>
                        <a:cs typeface="Calibri"/>
                      </a:endParaRPr>
                    </a:p>
                  </a:txBody>
                  <a:tcPr marL="0" marR="0" marT="32384" marB="0"/>
                </a:tc>
                <a:tc>
                  <a:txBody>
                    <a:bodyPr/>
                    <a:lstStyle/>
                    <a:p>
                      <a:pPr>
                        <a:buNone/>
                      </a:pPr>
                      <a:r>
                        <a:rPr lang="en-US" sz="1000" dirty="0"/>
                        <a:t>Driver Fatigue Detection Based on Eye States With Pupil and Iris Segmentation</a:t>
                      </a:r>
                      <a:endParaRPr lang="en-IN" sz="1000" dirty="0"/>
                    </a:p>
                  </a:txBody>
                  <a:tcPr anchor="ctr"/>
                </a:tc>
                <a:tc>
                  <a:txBody>
                    <a:bodyPr/>
                    <a:lstStyle/>
                    <a:p>
                      <a:pPr algn="l" fontAlgn="ctr">
                        <a:buNone/>
                      </a:pPr>
                      <a:r>
                        <a:rPr lang="en-IN" sz="1000" dirty="0"/>
                        <a:t>Hariharan P., Surya N.</a:t>
                      </a:r>
                      <a:endParaRPr lang="en-US"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US" sz="1000" i="1" dirty="0"/>
                        <a:t>American Journal of Psychiatric Rehabilitation</a:t>
                      </a:r>
                      <a:r>
                        <a:rPr lang="en-US" sz="1000" dirty="0"/>
                        <a:t>, 2025</a:t>
                      </a:r>
                      <a:endParaRPr lang="en-US" sz="1000" b="0" i="0" u="sng" strike="noStrike" dirty="0">
                        <a:solidFill>
                          <a:srgbClr val="0000FF"/>
                        </a:solidFill>
                        <a:effectLst/>
                        <a:latin typeface="Times New Roman" panose="02020603050405020304" pitchFamily="18" charset="0"/>
                      </a:endParaRPr>
                    </a:p>
                  </a:txBody>
                  <a:tcPr marL="9525" marR="9525" marT="9525" marB="0" anchor="ctr"/>
                </a:tc>
                <a:tc>
                  <a:txBody>
                    <a:bodyPr/>
                    <a:lstStyle/>
                    <a:p>
                      <a:pPr algn="l" fontAlgn="ctr">
                        <a:buNone/>
                      </a:pPr>
                      <a:r>
                        <a:rPr lang="en-US" sz="1000" b="0" i="0" u="none" strike="noStrike" dirty="0">
                          <a:solidFill>
                            <a:srgbClr val="000000"/>
                          </a:solidFill>
                          <a:effectLst/>
                          <a:latin typeface="Times New Roman" panose="02020603050405020304" pitchFamily="18" charset="0"/>
                        </a:rPr>
                        <a:t>U-Net for segmentation + decision network for eye state</a:t>
                      </a:r>
                    </a:p>
                  </a:txBody>
                  <a:tcPr marL="9525" marR="9525" marT="9525" marB="0" anchor="ctr"/>
                </a:tc>
                <a:tc>
                  <a:txBody>
                    <a:bodyPr/>
                    <a:lstStyle/>
                    <a:p>
                      <a:pPr algn="l" fontAlgn="ctr">
                        <a:buNone/>
                      </a:pPr>
                      <a:r>
                        <a:rPr lang="en-US" sz="1000" dirty="0"/>
                        <a:t>Achieved 96.72% accuracy; effective real-time </a:t>
                      </a:r>
                      <a:endParaRPr lang="en-US"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US" sz="1000" dirty="0"/>
                        <a:t>Small dataset; requires more diverse </a:t>
                      </a:r>
                      <a:endParaRPr lang="en-US" sz="1000" b="0" i="0" u="none" strike="noStrike" dirty="0">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3820474927"/>
                  </a:ext>
                </a:extLst>
              </a:tr>
              <a:tr h="839755">
                <a:tc>
                  <a:txBody>
                    <a:bodyPr/>
                    <a:lstStyle/>
                    <a:p>
                      <a:pPr marL="92075">
                        <a:lnSpc>
                          <a:spcPct val="100000"/>
                        </a:lnSpc>
                        <a:spcBef>
                          <a:spcPts val="265"/>
                        </a:spcBef>
                      </a:pPr>
                      <a:r>
                        <a:rPr sz="1400" spc="-50" dirty="0">
                          <a:latin typeface="Calibri"/>
                          <a:cs typeface="Calibri"/>
                        </a:rPr>
                        <a:t>2</a:t>
                      </a:r>
                      <a:endParaRPr sz="1400">
                        <a:latin typeface="Calibri"/>
                        <a:cs typeface="Calibri"/>
                      </a:endParaRPr>
                    </a:p>
                  </a:txBody>
                  <a:tcPr marL="0" marR="0" marT="33655" marB="0"/>
                </a:tc>
                <a:tc>
                  <a:txBody>
                    <a:bodyPr/>
                    <a:lstStyle/>
                    <a:p>
                      <a:pPr algn="l" fontAlgn="ctr">
                        <a:buNone/>
                      </a:pPr>
                      <a:r>
                        <a:rPr lang="en-US" sz="1000" b="0" i="0" u="none" strike="noStrike" dirty="0">
                          <a:solidFill>
                            <a:srgbClr val="000000"/>
                          </a:solidFill>
                          <a:effectLst/>
                          <a:latin typeface="Times New Roman" panose="02020603050405020304" pitchFamily="18" charset="0"/>
                        </a:rPr>
                        <a:t>Efficient Driver Drunk Detection by Sensors: A Manifold Learning-Based Anomaly Detector</a:t>
                      </a:r>
                    </a:p>
                  </a:txBody>
                  <a:tcPr marL="9525" marR="9525" marT="9525" marB="0" anchor="ctr"/>
                </a:tc>
                <a:tc>
                  <a:txBody>
                    <a:bodyPr/>
                    <a:lstStyle/>
                    <a:p>
                      <a:pPr algn="l" fontAlgn="ctr">
                        <a:buNone/>
                      </a:pPr>
                      <a:r>
                        <a:rPr lang="en-IN" sz="1000" dirty="0"/>
                        <a:t>Huang J., Ding W., Yu G.</a:t>
                      </a:r>
                      <a:endParaRPr lang="en-US"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IN" sz="1000" i="1" dirty="0"/>
                        <a:t>Alexandria Engineering Journal</a:t>
                      </a:r>
                      <a:r>
                        <a:rPr lang="en-IN" sz="1000" dirty="0"/>
                        <a:t>, 2025</a:t>
                      </a:r>
                      <a:endParaRPr lang="en-US" sz="1000" b="0" i="0" u="sng" strike="noStrike" dirty="0">
                        <a:solidFill>
                          <a:srgbClr val="0000FF"/>
                        </a:solidFill>
                        <a:effectLst/>
                        <a:latin typeface="Times New Roman" panose="02020603050405020304" pitchFamily="18" charset="0"/>
                      </a:endParaRPr>
                    </a:p>
                  </a:txBody>
                  <a:tcPr marL="9525" marR="9525" marT="9525" marB="0" anchor="ctr"/>
                </a:tc>
                <a:tc>
                  <a:txBody>
                    <a:bodyPr/>
                    <a:lstStyle/>
                    <a:p>
                      <a:pPr algn="l" fontAlgn="ctr">
                        <a:buNone/>
                      </a:pPr>
                      <a:r>
                        <a:rPr lang="en-US" sz="1000" dirty="0"/>
                        <a:t>t-SNE for feature reduction + Isolation Forest for anomaly detection</a:t>
                      </a:r>
                      <a:endParaRPr lang="en-US"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US" sz="1000" dirty="0"/>
                        <a:t>AUC ≈ 95%; outperformed PCA, ICA, EE,</a:t>
                      </a:r>
                      <a:endParaRPr lang="en-US"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US" sz="1000" dirty="0"/>
                        <a:t>Small dataset; requires more diverse </a:t>
                      </a:r>
                      <a:endParaRPr lang="en-US" sz="1000" b="0" i="0" u="none" strike="noStrike" dirty="0">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843983363"/>
                  </a:ext>
                </a:extLst>
              </a:tr>
              <a:tr h="839755">
                <a:tc>
                  <a:txBody>
                    <a:bodyPr/>
                    <a:lstStyle/>
                    <a:p>
                      <a:pPr marL="92075">
                        <a:lnSpc>
                          <a:spcPct val="100000"/>
                        </a:lnSpc>
                        <a:spcBef>
                          <a:spcPts val="275"/>
                        </a:spcBef>
                      </a:pPr>
                      <a:r>
                        <a:rPr sz="1400" spc="-50" dirty="0">
                          <a:latin typeface="Calibri"/>
                          <a:cs typeface="Calibri"/>
                        </a:rPr>
                        <a:t>3</a:t>
                      </a:r>
                      <a:endParaRPr sz="1400">
                        <a:latin typeface="Calibri"/>
                        <a:cs typeface="Calibri"/>
                      </a:endParaRPr>
                    </a:p>
                  </a:txBody>
                  <a:tcPr marL="0" marR="0" marT="34925" marB="0"/>
                </a:tc>
                <a:tc>
                  <a:txBody>
                    <a:bodyPr/>
                    <a:lstStyle/>
                    <a:p>
                      <a:pPr>
                        <a:buNone/>
                      </a:pPr>
                      <a:r>
                        <a:rPr lang="en-US" sz="1000" dirty="0"/>
                        <a:t>Fusion of EEG and Eye Blink Analysis for Detection of Driver Fatigue</a:t>
                      </a:r>
                      <a:endParaRPr lang="en-IN" sz="1000" dirty="0"/>
                    </a:p>
                  </a:txBody>
                  <a:tcPr anchor="ctr"/>
                </a:tc>
                <a:tc>
                  <a:txBody>
                    <a:bodyPr/>
                    <a:lstStyle/>
                    <a:p>
                      <a:pPr algn="l" fontAlgn="ctr">
                        <a:buNone/>
                      </a:pPr>
                      <a:r>
                        <a:rPr lang="en-IN" sz="1000" dirty="0"/>
                        <a:t>Kang M. et al.</a:t>
                      </a:r>
                      <a:endParaRPr lang="en-US"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US" sz="1000" i="1" dirty="0"/>
                        <a:t>IEEE/CVF Winter Conf. on Applications of Computer Vision</a:t>
                      </a:r>
                      <a:r>
                        <a:rPr lang="en-US" sz="1000" dirty="0"/>
                        <a:t>, 2025</a:t>
                      </a:r>
                      <a:endParaRPr lang="en-US" sz="1000" b="0" i="0" u="sng" strike="noStrike" dirty="0">
                        <a:solidFill>
                          <a:srgbClr val="0000FF"/>
                        </a:solidFill>
                        <a:effectLst/>
                        <a:latin typeface="Times New Roman" panose="02020603050405020304" pitchFamily="18" charset="0"/>
                      </a:endParaRPr>
                    </a:p>
                  </a:txBody>
                  <a:tcPr marL="9525" marR="9525" marT="9525" marB="0" anchor="ctr"/>
                </a:tc>
                <a:tc>
                  <a:txBody>
                    <a:bodyPr/>
                    <a:lstStyle/>
                    <a:p>
                      <a:pPr algn="l" fontAlgn="ctr">
                        <a:buNone/>
                      </a:pPr>
                      <a:r>
                        <a:rPr lang="en-US" sz="1000" dirty="0"/>
                        <a:t>Single-channel EEG + eye blink interval + DWT + feature selection + AdaBoost</a:t>
                      </a:r>
                      <a:endParaRPr lang="en-US"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US" sz="1000" dirty="0"/>
                        <a:t>88.4% accuracy, 90.2% sensitivity; usable with portable EEG headbands</a:t>
                      </a:r>
                      <a:endParaRPr lang="en-US"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US" sz="1000" dirty="0"/>
                        <a:t>Multi-channel EEGs perform better; limited real-world use</a:t>
                      </a:r>
                      <a:endParaRPr lang="en-US" sz="1000" b="0" i="0" u="none" strike="noStrike" dirty="0">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745078088"/>
                  </a:ext>
                </a:extLst>
              </a:tr>
              <a:tr h="836098">
                <a:tc>
                  <a:txBody>
                    <a:bodyPr/>
                    <a:lstStyle/>
                    <a:p>
                      <a:pPr marL="92075">
                        <a:lnSpc>
                          <a:spcPct val="100000"/>
                        </a:lnSpc>
                        <a:spcBef>
                          <a:spcPts val="285"/>
                        </a:spcBef>
                      </a:pPr>
                      <a:r>
                        <a:rPr sz="1400" spc="-50" dirty="0">
                          <a:latin typeface="Calibri"/>
                          <a:cs typeface="Calibri"/>
                        </a:rPr>
                        <a:t>4</a:t>
                      </a:r>
                      <a:endParaRPr sz="1400" dirty="0">
                        <a:latin typeface="Calibri"/>
                        <a:cs typeface="Calibri"/>
                      </a:endParaRPr>
                    </a:p>
                  </a:txBody>
                  <a:tcPr marL="0" marR="0" marT="36195" marB="0"/>
                </a:tc>
                <a:tc>
                  <a:txBody>
                    <a:bodyPr/>
                    <a:lstStyle/>
                    <a:p>
                      <a:pPr algn="l" fontAlgn="ctr">
                        <a:buNone/>
                      </a:pPr>
                      <a:r>
                        <a:rPr lang="en-US" sz="1000" b="0" i="0" u="none" strike="noStrike" dirty="0">
                          <a:solidFill>
                            <a:srgbClr val="000000"/>
                          </a:solidFill>
                          <a:effectLst/>
                          <a:latin typeface="Times New Roman" panose="02020603050405020304" pitchFamily="18" charset="0"/>
                        </a:rPr>
                        <a:t>Novel Transfer Learning Approach for Driver Drowsiness Detection Using Eye Movement Behavior</a:t>
                      </a:r>
                    </a:p>
                  </a:txBody>
                  <a:tcPr marL="9525" marR="9525" marT="9525" marB="0" anchor="ctr"/>
                </a:tc>
                <a:tc>
                  <a:txBody>
                    <a:bodyPr/>
                    <a:lstStyle/>
                    <a:p>
                      <a:pPr algn="l" fontAlgn="ctr">
                        <a:buNone/>
                      </a:pPr>
                      <a:r>
                        <a:rPr lang="da-DK" sz="1000" dirty="0"/>
                        <a:t>Pehlivanoğlu M. K. et al.</a:t>
                      </a:r>
                      <a:endParaRPr lang="fr-FR"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US" sz="1000" i="1" dirty="0"/>
                        <a:t>Eur. Phys. J. Spec. Top.</a:t>
                      </a:r>
                      <a:r>
                        <a:rPr lang="en-US" sz="1000" dirty="0"/>
                        <a:t>, 2025</a:t>
                      </a:r>
                      <a:endParaRPr lang="en-US" sz="1000" b="0" i="0" u="sng" strike="noStrike" dirty="0">
                        <a:solidFill>
                          <a:srgbClr val="0000FF"/>
                        </a:solidFill>
                        <a:effectLst/>
                        <a:latin typeface="Times New Roman" panose="02020603050405020304" pitchFamily="18" charset="0"/>
                      </a:endParaRPr>
                    </a:p>
                  </a:txBody>
                  <a:tcPr marL="9525" marR="9525" marT="9525" marB="0" anchor="ctr"/>
                </a:tc>
                <a:tc>
                  <a:txBody>
                    <a:bodyPr/>
                    <a:lstStyle/>
                    <a:p>
                      <a:pPr algn="l" fontAlgn="ctr">
                        <a:buNone/>
                      </a:pPr>
                      <a:r>
                        <a:rPr lang="en-US" sz="1000" dirty="0"/>
                        <a:t>VGG-16 feature extraction + LGBM classification + k-fold validation</a:t>
                      </a:r>
                      <a:endParaRPr lang="en-US"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US" sz="1000" dirty="0"/>
                        <a:t>Achieved 99% accuracy; real-time detection in</a:t>
                      </a:r>
                      <a:endParaRPr lang="en-US"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US" sz="1000" dirty="0"/>
                        <a:t>Synthetic dataset; lacks real-world</a:t>
                      </a:r>
                      <a:endParaRPr lang="en-US" sz="1000" b="0" i="0" u="none" strike="noStrike" dirty="0">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3725247165"/>
                  </a:ext>
                </a:extLst>
              </a:tr>
              <a:tr h="839755">
                <a:tc>
                  <a:txBody>
                    <a:bodyPr/>
                    <a:lstStyle/>
                    <a:p>
                      <a:pPr marL="92075">
                        <a:lnSpc>
                          <a:spcPct val="100000"/>
                        </a:lnSpc>
                        <a:spcBef>
                          <a:spcPts val="295"/>
                        </a:spcBef>
                      </a:pPr>
                      <a:r>
                        <a:rPr sz="1400" spc="-50" dirty="0">
                          <a:latin typeface="Calibri"/>
                          <a:cs typeface="Calibri"/>
                        </a:rPr>
                        <a:t>5</a:t>
                      </a:r>
                      <a:endParaRPr sz="1400">
                        <a:latin typeface="Calibri"/>
                        <a:cs typeface="Calibri"/>
                      </a:endParaRPr>
                    </a:p>
                  </a:txBody>
                  <a:tcPr marL="0" marR="0" marT="37465" marB="0"/>
                </a:tc>
                <a:tc>
                  <a:txBody>
                    <a:bodyPr/>
                    <a:lstStyle/>
                    <a:p>
                      <a:pPr>
                        <a:buNone/>
                      </a:pPr>
                      <a:r>
                        <a:rPr lang="en-US" sz="1000" dirty="0"/>
                        <a:t>A Systematic Review on Driver Drowsiness Detection Using Eye Activity Measures</a:t>
                      </a:r>
                      <a:endParaRPr lang="en-IN" sz="1000" dirty="0"/>
                    </a:p>
                  </a:txBody>
                  <a:tcPr anchor="ctr"/>
                </a:tc>
                <a:tc>
                  <a:txBody>
                    <a:bodyPr/>
                    <a:lstStyle/>
                    <a:p>
                      <a:pPr algn="l" fontAlgn="ctr">
                        <a:buNone/>
                      </a:pPr>
                      <a:r>
                        <a:rPr lang="es-ES" sz="1000" dirty="0"/>
                        <a:t>Bai R., </a:t>
                      </a:r>
                      <a:r>
                        <a:rPr lang="es-ES" sz="1000" dirty="0" err="1"/>
                        <a:t>Xu</a:t>
                      </a:r>
                      <a:r>
                        <a:rPr lang="es-ES" sz="1000" dirty="0"/>
                        <a:t> G., Shi Y.</a:t>
                      </a:r>
                      <a:endParaRPr lang="en-US"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US" sz="1000" i="1" dirty="0"/>
                        <a:t>Int. Conf. on Health Big Data</a:t>
                      </a:r>
                      <a:r>
                        <a:rPr lang="en-US" sz="1000" dirty="0"/>
                        <a:t>, 2025</a:t>
                      </a:r>
                      <a:endParaRPr lang="en-US" sz="1000" b="0" i="0" u="sng" strike="noStrike" dirty="0">
                        <a:solidFill>
                          <a:srgbClr val="0000FF"/>
                        </a:solidFill>
                        <a:effectLst/>
                        <a:latin typeface="Times New Roman" panose="02020603050405020304" pitchFamily="18" charset="0"/>
                      </a:endParaRPr>
                    </a:p>
                  </a:txBody>
                  <a:tcPr marL="9525" marR="9525" marT="9525" marB="0" anchor="ctr"/>
                </a:tc>
                <a:tc>
                  <a:txBody>
                    <a:bodyPr/>
                    <a:lstStyle/>
                    <a:p>
                      <a:pPr algn="l" fontAlgn="ctr">
                        <a:buNone/>
                      </a:pPr>
                      <a:r>
                        <a:rPr lang="en-US" sz="1000" dirty="0"/>
                        <a:t>Systematic PRISMA-based review of 41</a:t>
                      </a:r>
                      <a:endParaRPr lang="en-US"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US" sz="1000" dirty="0"/>
                        <a:t>Reported 95-99% accuracy in various</a:t>
                      </a:r>
                      <a:endParaRPr lang="en-US" sz="1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l" fontAlgn="ctr">
                        <a:buNone/>
                      </a:pPr>
                      <a:r>
                        <a:rPr lang="en-US" sz="1000"/>
                        <a:t>Lack of real-world test validation; small sample </a:t>
                      </a:r>
                      <a:endParaRPr lang="en-US" sz="1000" b="0" i="0" u="none" strike="noStrike" dirty="0">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3087827567"/>
                  </a:ext>
                </a:extLst>
              </a:tr>
            </a:tbl>
          </a:graphicData>
        </a:graphic>
      </p:graphicFrame>
    </p:spTree>
    <p:extLst>
      <p:ext uri="{BB962C8B-B14F-4D97-AF65-F5344CB8AC3E}">
        <p14:creationId xmlns:p14="http://schemas.microsoft.com/office/powerpoint/2010/main" val="671723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RESEARCH GAPS</a:t>
            </a:r>
          </a:p>
        </p:txBody>
      </p:sp>
      <p:sp>
        <p:nvSpPr>
          <p:cNvPr id="2" name="Date Placeholder 1">
            <a:extLst>
              <a:ext uri="{FF2B5EF4-FFF2-40B4-BE49-F238E27FC236}">
                <a16:creationId xmlns:a16="http://schemas.microsoft.com/office/drawing/2014/main" id="{4D92119F-233E-6AF8-E556-B0BA03A50248}"/>
              </a:ext>
            </a:extLst>
          </p:cNvPr>
          <p:cNvSpPr>
            <a:spLocks noGrp="1"/>
          </p:cNvSpPr>
          <p:nvPr>
            <p:ph type="dt" sz="half" idx="10"/>
          </p:nvPr>
        </p:nvSpPr>
        <p:spPr/>
        <p:txBody>
          <a:bodyPr/>
          <a:lstStyle/>
          <a:p>
            <a:fld id="{FEE20892-EA35-4E2B-9FCB-56A89D218D97}" type="datetime1">
              <a:rPr lang="en-IN" smtClean="0"/>
              <a:t>18-12-2025</a:t>
            </a:fld>
            <a:endParaRPr lang="en-IN"/>
          </a:p>
        </p:txBody>
      </p:sp>
      <p:sp>
        <p:nvSpPr>
          <p:cNvPr id="3" name="Footer Placeholder 2">
            <a:extLst>
              <a:ext uri="{FF2B5EF4-FFF2-40B4-BE49-F238E27FC236}">
                <a16:creationId xmlns:a16="http://schemas.microsoft.com/office/drawing/2014/main" id="{4C7FF025-A324-7CE7-70A0-733944D4D63F}"/>
              </a:ext>
            </a:extLst>
          </p:cNvPr>
          <p:cNvSpPr>
            <a:spLocks noGrp="1"/>
          </p:cNvSpPr>
          <p:nvPr>
            <p:ph type="ftr" sz="quarter" idx="11"/>
          </p:nvPr>
        </p:nvSpPr>
        <p:spPr/>
        <p:txBody>
          <a:bodyPr/>
          <a:lstStyle/>
          <a:p>
            <a:r>
              <a:rPr lang="en-US" dirty="0"/>
              <a:t>Review No.  3       Batch No.   AB3       Department of CSE</a:t>
            </a:r>
            <a:endParaRPr lang="en-IN" dirty="0"/>
          </a:p>
        </p:txBody>
      </p:sp>
      <p:sp>
        <p:nvSpPr>
          <p:cNvPr id="4" name="Slide Number Placeholder 3">
            <a:extLst>
              <a:ext uri="{FF2B5EF4-FFF2-40B4-BE49-F238E27FC236}">
                <a16:creationId xmlns:a16="http://schemas.microsoft.com/office/drawing/2014/main" id="{E4E2C21C-20A4-633C-3CCB-36642694DE39}"/>
              </a:ext>
            </a:extLst>
          </p:cNvPr>
          <p:cNvSpPr>
            <a:spLocks noGrp="1"/>
          </p:cNvSpPr>
          <p:nvPr>
            <p:ph type="sldNum" sz="quarter" idx="12"/>
          </p:nvPr>
        </p:nvSpPr>
        <p:spPr/>
        <p:txBody>
          <a:bodyPr/>
          <a:lstStyle/>
          <a:p>
            <a:fld id="{65DCBD69-296B-4D7C-AF62-9B588FC78772}" type="slidenum">
              <a:rPr lang="en-IN" smtClean="0"/>
              <a:t>7</a:t>
            </a:fld>
            <a:endParaRPr lang="en-IN"/>
          </a:p>
        </p:txBody>
      </p:sp>
      <p:sp>
        <p:nvSpPr>
          <p:cNvPr id="5" name="Rectangle 1">
            <a:extLst>
              <a:ext uri="{FF2B5EF4-FFF2-40B4-BE49-F238E27FC236}">
                <a16:creationId xmlns:a16="http://schemas.microsoft.com/office/drawing/2014/main" id="{07E048CF-9F72-0735-FA23-02CCFD96DF47}"/>
              </a:ext>
            </a:extLst>
          </p:cNvPr>
          <p:cNvSpPr>
            <a:spLocks noGrp="1" noChangeArrowheads="1"/>
          </p:cNvSpPr>
          <p:nvPr>
            <p:ph idx="1"/>
          </p:nvPr>
        </p:nvSpPr>
        <p:spPr bwMode="auto">
          <a:xfrm>
            <a:off x="236375" y="1425716"/>
            <a:ext cx="1180944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Many existing models are evaluated only under controlled or simulated conditions,  not during driving scenarios.</a:t>
            </a:r>
          </a:p>
          <a:p>
            <a:pPr algn="just"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Several studies use small or synthetic datasets (like </a:t>
            </a:r>
            <a:r>
              <a:rPr kumimoji="0" lang="en-US" altLang="en-US" sz="2400" b="0" i="0" u="none" strike="noStrike" cap="none" normalizeH="0" baseline="0" dirty="0" err="1">
                <a:ln>
                  <a:noFill/>
                </a:ln>
                <a:solidFill>
                  <a:schemeClr val="tx1"/>
                </a:solidFill>
                <a:effectLst/>
                <a:latin typeface="Arial" panose="020B0604020202020204" pitchFamily="34" charset="0"/>
              </a:rPr>
              <a:t>UnityEyes</a:t>
            </a:r>
            <a:r>
              <a:rPr kumimoji="0" lang="en-US" altLang="en-US" sz="2400" b="0" i="0" u="none" strike="noStrike" cap="none" normalizeH="0" baseline="0" dirty="0">
                <a:ln>
                  <a:noFill/>
                </a:ln>
                <a:solidFill>
                  <a:schemeClr val="tx1"/>
                </a:solidFill>
                <a:effectLst/>
                <a:latin typeface="Arial" panose="020B0604020202020204" pitchFamily="34" charset="0"/>
              </a:rPr>
              <a:t>), lacking variety in illumination, ethnicity, and driving environments.</a:t>
            </a:r>
          </a:p>
          <a:p>
            <a:pPr algn="just"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Models trained on one dataset (e.g., NTHU-DDD) often fail to generalize well to other datasets or real-world videos.</a:t>
            </a:r>
          </a:p>
          <a:p>
            <a:pPr algn="just"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Deep CNN and transformer-based approaches offer good accuracy but are unsuitable for real-time or embedded system deployment due to heavy computation.</a:t>
            </a:r>
          </a:p>
          <a:p>
            <a:pPr algn="just"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 Most models perform poorly under varying lighting, occlusion, and head pose conditions.</a:t>
            </a:r>
          </a:p>
        </p:txBody>
      </p:sp>
    </p:spTree>
    <p:extLst>
      <p:ext uri="{BB962C8B-B14F-4D97-AF65-F5344CB8AC3E}">
        <p14:creationId xmlns:p14="http://schemas.microsoft.com/office/powerpoint/2010/main" val="1713168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PROBLEM STATEMENT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Autofit/>
          </a:bodyPr>
          <a:lstStyle/>
          <a:p>
            <a:pPr algn="just"/>
            <a:r>
              <a:rPr lang="en-US" sz="2400" dirty="0"/>
              <a:t>Existing drowsiness detection models struggle with robustness in varying illumination, occlusion, and head pose conditions. Physiological sensors are impractical for real-world usage, and deep CNNs are often too heavy for real-time applications. This research aims to develop a lightweight and noise-tolerant system that achieves reliable detection using visual cues from eye regions.</a:t>
            </a:r>
          </a:p>
          <a:p>
            <a:pPr algn="just"/>
            <a:r>
              <a:rPr lang="en-US" sz="2400" dirty="0"/>
              <a:t>In actual driving conditions, a driver’s face and eye region constantly undergo changes due to movement, vibration, and changing viewpoints. Bright sunlight, tunnel shadows, night driving, reflections from streetlights, and obstruction from glasses or hands introduce visual distortions. </a:t>
            </a:r>
            <a:endParaRPr lang="en-US" sz="26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9AC59474-7EBD-6FA8-65C2-773D9885CF0E}"/>
              </a:ext>
            </a:extLst>
          </p:cNvPr>
          <p:cNvSpPr>
            <a:spLocks noGrp="1"/>
          </p:cNvSpPr>
          <p:nvPr>
            <p:ph type="dt" sz="half" idx="10"/>
          </p:nvPr>
        </p:nvSpPr>
        <p:spPr/>
        <p:txBody>
          <a:bodyPr/>
          <a:lstStyle/>
          <a:p>
            <a:fld id="{FF2421A6-A714-46DE-9D6C-E25FDA1ED907}" type="datetime1">
              <a:rPr lang="en-IN" smtClean="0"/>
              <a:t>18-12-2025</a:t>
            </a:fld>
            <a:endParaRPr lang="en-IN" dirty="0"/>
          </a:p>
        </p:txBody>
      </p:sp>
      <p:sp>
        <p:nvSpPr>
          <p:cNvPr id="3" name="Footer Placeholder 2">
            <a:extLst>
              <a:ext uri="{FF2B5EF4-FFF2-40B4-BE49-F238E27FC236}">
                <a16:creationId xmlns:a16="http://schemas.microsoft.com/office/drawing/2014/main" id="{A0D55423-4ED6-0AFC-C04D-87146FEAAFFA}"/>
              </a:ext>
            </a:extLst>
          </p:cNvPr>
          <p:cNvSpPr>
            <a:spLocks noGrp="1"/>
          </p:cNvSpPr>
          <p:nvPr>
            <p:ph type="ftr" sz="quarter" idx="11"/>
          </p:nvPr>
        </p:nvSpPr>
        <p:spPr/>
        <p:txBody>
          <a:bodyPr/>
          <a:lstStyle/>
          <a:p>
            <a:r>
              <a:rPr lang="en-US" dirty="0"/>
              <a:t>Review No.  3       Batch No.   AB3      Department of CSE</a:t>
            </a:r>
            <a:endParaRPr lang="en-IN" dirty="0"/>
          </a:p>
        </p:txBody>
      </p:sp>
      <p:sp>
        <p:nvSpPr>
          <p:cNvPr id="4" name="Slide Number Placeholder 3">
            <a:extLst>
              <a:ext uri="{FF2B5EF4-FFF2-40B4-BE49-F238E27FC236}">
                <a16:creationId xmlns:a16="http://schemas.microsoft.com/office/drawing/2014/main" id="{34DBABB6-5FC0-322E-8740-3931DFACA251}"/>
              </a:ext>
            </a:extLst>
          </p:cNvPr>
          <p:cNvSpPr>
            <a:spLocks noGrp="1"/>
          </p:cNvSpPr>
          <p:nvPr>
            <p:ph type="sldNum" sz="quarter" idx="12"/>
          </p:nvPr>
        </p:nvSpPr>
        <p:spPr/>
        <p:txBody>
          <a:bodyPr/>
          <a:lstStyle/>
          <a:p>
            <a:fld id="{65DCBD69-296B-4D7C-AF62-9B588FC78772}" type="slidenum">
              <a:rPr lang="en-IN" smtClean="0"/>
              <a:t>8</a:t>
            </a:fld>
            <a:endParaRPr lang="en-IN"/>
          </a:p>
        </p:txBody>
      </p:sp>
    </p:spTree>
    <p:extLst>
      <p:ext uri="{BB962C8B-B14F-4D97-AF65-F5344CB8AC3E}">
        <p14:creationId xmlns:p14="http://schemas.microsoft.com/office/powerpoint/2010/main" val="1259738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dirty="0"/>
              <a:t>1. To design a lightweight and accurate driver drowsiness detection system.</a:t>
            </a:r>
          </a:p>
          <a:p>
            <a:r>
              <a:rPr lang="en-US" dirty="0"/>
              <a:t>2. To utilize MobileNetV2 as an efficient feature extractor.</a:t>
            </a:r>
          </a:p>
          <a:p>
            <a:r>
              <a:rPr lang="en-US" dirty="0"/>
              <a:t>3. To integrate logistic regression for interpretable classification.</a:t>
            </a:r>
          </a:p>
          <a:p>
            <a:r>
              <a:rPr lang="en-US" dirty="0"/>
              <a:t>4. To apply noise-robust learning for improved real-world performance.</a:t>
            </a:r>
          </a:p>
          <a:p>
            <a:r>
              <a:rPr lang="en-US" dirty="0"/>
              <a:t>5. To validate results using standard datasets such as NTHU-DDD and </a:t>
            </a:r>
            <a:r>
              <a:rPr lang="en-US" dirty="0" err="1"/>
              <a:t>YawDD</a:t>
            </a:r>
            <a:r>
              <a:rPr lang="en-US" dirty="0"/>
              <a:t>.</a:t>
            </a:r>
          </a:p>
          <a:p>
            <a:endParaRPr lang="en-US"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8CD0A2E5-1D96-2644-AD07-BB26F5C229B2}"/>
              </a:ext>
            </a:extLst>
          </p:cNvPr>
          <p:cNvSpPr>
            <a:spLocks noGrp="1"/>
          </p:cNvSpPr>
          <p:nvPr>
            <p:ph type="dt" sz="half" idx="10"/>
          </p:nvPr>
        </p:nvSpPr>
        <p:spPr/>
        <p:txBody>
          <a:bodyPr/>
          <a:lstStyle/>
          <a:p>
            <a:fld id="{F4339D98-4515-4C4E-B27C-0EAC45FDE2BC}" type="datetime1">
              <a:rPr lang="en-IN" smtClean="0"/>
              <a:t>18-12-2025</a:t>
            </a:fld>
            <a:endParaRPr lang="en-IN"/>
          </a:p>
        </p:txBody>
      </p:sp>
      <p:sp>
        <p:nvSpPr>
          <p:cNvPr id="3" name="Footer Placeholder 2">
            <a:extLst>
              <a:ext uri="{FF2B5EF4-FFF2-40B4-BE49-F238E27FC236}">
                <a16:creationId xmlns:a16="http://schemas.microsoft.com/office/drawing/2014/main" id="{64B87A48-10C8-D9FC-79B2-BD418572E825}"/>
              </a:ext>
            </a:extLst>
          </p:cNvPr>
          <p:cNvSpPr>
            <a:spLocks noGrp="1"/>
          </p:cNvSpPr>
          <p:nvPr>
            <p:ph type="ftr" sz="quarter" idx="11"/>
          </p:nvPr>
        </p:nvSpPr>
        <p:spPr/>
        <p:txBody>
          <a:bodyPr/>
          <a:lstStyle/>
          <a:p>
            <a:r>
              <a:rPr lang="en-US" dirty="0"/>
              <a:t>Review No.  3       Batch No.   AB3       Department of CSE</a:t>
            </a:r>
            <a:endParaRPr lang="en-IN" dirty="0"/>
          </a:p>
        </p:txBody>
      </p:sp>
      <p:sp>
        <p:nvSpPr>
          <p:cNvPr id="4" name="Slide Number Placeholder 3">
            <a:extLst>
              <a:ext uri="{FF2B5EF4-FFF2-40B4-BE49-F238E27FC236}">
                <a16:creationId xmlns:a16="http://schemas.microsoft.com/office/drawing/2014/main" id="{1F710593-8210-1B12-6E36-5D96251AEC38}"/>
              </a:ext>
            </a:extLst>
          </p:cNvPr>
          <p:cNvSpPr>
            <a:spLocks noGrp="1"/>
          </p:cNvSpPr>
          <p:nvPr>
            <p:ph type="sldNum" sz="quarter" idx="12"/>
          </p:nvPr>
        </p:nvSpPr>
        <p:spPr/>
        <p:txBody>
          <a:bodyPr/>
          <a:lstStyle/>
          <a:p>
            <a:fld id="{65DCBD69-296B-4D7C-AF62-9B588FC78772}" type="slidenum">
              <a:rPr lang="en-IN" smtClean="0"/>
              <a:t>9</a:t>
            </a:fld>
            <a:endParaRPr lang="en-IN"/>
          </a:p>
        </p:txBody>
      </p:sp>
    </p:spTree>
    <p:extLst>
      <p:ext uri="{BB962C8B-B14F-4D97-AF65-F5344CB8AC3E}">
        <p14:creationId xmlns:p14="http://schemas.microsoft.com/office/powerpoint/2010/main" val="112123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BLOCK DIAGRAM OR FLOW DIAGRAM</a:t>
            </a:r>
          </a:p>
        </p:txBody>
      </p:sp>
      <p:sp>
        <p:nvSpPr>
          <p:cNvPr id="13" name="Date Placeholder 12">
            <a:extLst>
              <a:ext uri="{FF2B5EF4-FFF2-40B4-BE49-F238E27FC236}">
                <a16:creationId xmlns:a16="http://schemas.microsoft.com/office/drawing/2014/main" id="{51599E77-87CF-CD8C-37E9-2430DE9610F1}"/>
              </a:ext>
            </a:extLst>
          </p:cNvPr>
          <p:cNvSpPr>
            <a:spLocks noGrp="1"/>
          </p:cNvSpPr>
          <p:nvPr>
            <p:ph type="dt" sz="half" idx="10"/>
          </p:nvPr>
        </p:nvSpPr>
        <p:spPr/>
        <p:txBody>
          <a:bodyPr/>
          <a:lstStyle/>
          <a:p>
            <a:fld id="{2AF80A50-4718-4387-82F3-FA203E78785D}" type="datetime1">
              <a:rPr lang="en-IN" smtClean="0"/>
              <a:t>18-12-2025</a:t>
            </a:fld>
            <a:endParaRPr lang="en-IN"/>
          </a:p>
        </p:txBody>
      </p:sp>
      <p:sp>
        <p:nvSpPr>
          <p:cNvPr id="14" name="Footer Placeholder 13">
            <a:extLst>
              <a:ext uri="{FF2B5EF4-FFF2-40B4-BE49-F238E27FC236}">
                <a16:creationId xmlns:a16="http://schemas.microsoft.com/office/drawing/2014/main" id="{30297D37-029A-2D84-2CAD-F10CB64111E8}"/>
              </a:ext>
            </a:extLst>
          </p:cNvPr>
          <p:cNvSpPr>
            <a:spLocks noGrp="1"/>
          </p:cNvSpPr>
          <p:nvPr>
            <p:ph type="ftr" sz="quarter" idx="11"/>
          </p:nvPr>
        </p:nvSpPr>
        <p:spPr/>
        <p:txBody>
          <a:bodyPr/>
          <a:lstStyle/>
          <a:p>
            <a:r>
              <a:rPr lang="en-US" dirty="0"/>
              <a:t>Review No.  3       Batch No.   AB3       Department of CSE</a:t>
            </a:r>
            <a:endParaRPr lang="en-IN" dirty="0"/>
          </a:p>
        </p:txBody>
      </p:sp>
      <p:sp>
        <p:nvSpPr>
          <p:cNvPr id="15" name="Slide Number Placeholder 14">
            <a:extLst>
              <a:ext uri="{FF2B5EF4-FFF2-40B4-BE49-F238E27FC236}">
                <a16:creationId xmlns:a16="http://schemas.microsoft.com/office/drawing/2014/main" id="{088864D5-3D7D-BD9C-033A-839174554547}"/>
              </a:ext>
            </a:extLst>
          </p:cNvPr>
          <p:cNvSpPr>
            <a:spLocks noGrp="1"/>
          </p:cNvSpPr>
          <p:nvPr>
            <p:ph type="sldNum" sz="quarter" idx="12"/>
          </p:nvPr>
        </p:nvSpPr>
        <p:spPr/>
        <p:txBody>
          <a:bodyPr/>
          <a:lstStyle/>
          <a:p>
            <a:fld id="{65DCBD69-296B-4D7C-AF62-9B588FC78772}" type="slidenum">
              <a:rPr lang="en-IN" smtClean="0"/>
              <a:t>10</a:t>
            </a:fld>
            <a:endParaRPr lang="en-IN"/>
          </a:p>
        </p:txBody>
      </p:sp>
      <p:graphicFrame>
        <p:nvGraphicFramePr>
          <p:cNvPr id="2" name="Diagram 1">
            <a:extLst>
              <a:ext uri="{FF2B5EF4-FFF2-40B4-BE49-F238E27FC236}">
                <a16:creationId xmlns:a16="http://schemas.microsoft.com/office/drawing/2014/main" id="{A2A8AD2D-142C-6136-0048-AB9E92CD4FCA}"/>
              </a:ext>
            </a:extLst>
          </p:cNvPr>
          <p:cNvGraphicFramePr>
            <a:graphicFrameLocks/>
          </p:cNvGraphicFramePr>
          <p:nvPr>
            <p:extLst>
              <p:ext uri="{D42A27DB-BD31-4B8C-83A1-F6EECF244321}">
                <p14:modId xmlns:p14="http://schemas.microsoft.com/office/powerpoint/2010/main" val="3938075297"/>
              </p:ext>
            </p:extLst>
          </p:nvPr>
        </p:nvGraphicFramePr>
        <p:xfrm>
          <a:off x="2165683" y="1414462"/>
          <a:ext cx="7251033" cy="47697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7029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699245"/>
            <a:ext cx="10515600" cy="4351338"/>
          </a:xfrm>
        </p:spPr>
        <p:txBody>
          <a:bodyPr>
            <a:normAutofit/>
          </a:bodyPr>
          <a:lstStyle/>
          <a:p>
            <a:r>
              <a:rPr lang="en-US" dirty="0"/>
              <a:t>The system workflow includes:</a:t>
            </a:r>
          </a:p>
          <a:p>
            <a:pPr marL="0" indent="0">
              <a:buNone/>
            </a:pPr>
            <a:r>
              <a:rPr lang="en-US" dirty="0"/>
              <a:t>     1.Dataset Acquisition</a:t>
            </a:r>
          </a:p>
          <a:p>
            <a:pPr marL="0" indent="0">
              <a:buNone/>
            </a:pPr>
            <a:r>
              <a:rPr lang="en-US" dirty="0"/>
              <a:t>     2.Preprocessing </a:t>
            </a:r>
          </a:p>
          <a:p>
            <a:pPr marL="0" indent="0">
              <a:buNone/>
            </a:pPr>
            <a:r>
              <a:rPr lang="en-US" dirty="0"/>
              <a:t>     3.Feature Extraction using MobileNetV2</a:t>
            </a:r>
          </a:p>
          <a:p>
            <a:pPr marL="0" indent="0">
              <a:buNone/>
            </a:pPr>
            <a:r>
              <a:rPr lang="en-US" dirty="0"/>
              <a:t>     4.Noise-Aware Training</a:t>
            </a:r>
          </a:p>
          <a:p>
            <a:pPr marL="0" indent="0">
              <a:buNone/>
            </a:pPr>
            <a:r>
              <a:rPr lang="en-US" dirty="0"/>
              <a:t>     5.Logistic Regression Classification</a:t>
            </a:r>
          </a:p>
          <a:p>
            <a:pPr marL="0" indent="0">
              <a:buNone/>
            </a:pPr>
            <a:endParaRPr lang="en-IN" dirty="0"/>
          </a:p>
        </p:txBody>
      </p:sp>
      <p:sp>
        <p:nvSpPr>
          <p:cNvPr id="2" name="Date Placeholder 1">
            <a:extLst>
              <a:ext uri="{FF2B5EF4-FFF2-40B4-BE49-F238E27FC236}">
                <a16:creationId xmlns:a16="http://schemas.microsoft.com/office/drawing/2014/main" id="{D799C30C-63EB-EF97-A751-E264CA054BFD}"/>
              </a:ext>
            </a:extLst>
          </p:cNvPr>
          <p:cNvSpPr>
            <a:spLocks noGrp="1"/>
          </p:cNvSpPr>
          <p:nvPr>
            <p:ph type="dt" sz="half" idx="10"/>
          </p:nvPr>
        </p:nvSpPr>
        <p:spPr/>
        <p:txBody>
          <a:bodyPr/>
          <a:lstStyle/>
          <a:p>
            <a:fld id="{03DEEFC3-2038-453C-A4D0-DE431556F5AF}" type="datetime1">
              <a:rPr lang="en-IN" smtClean="0"/>
              <a:t>18-12-2025</a:t>
            </a:fld>
            <a:endParaRPr lang="en-IN"/>
          </a:p>
        </p:txBody>
      </p:sp>
      <p:sp>
        <p:nvSpPr>
          <p:cNvPr id="3" name="Footer Placeholder 2">
            <a:extLst>
              <a:ext uri="{FF2B5EF4-FFF2-40B4-BE49-F238E27FC236}">
                <a16:creationId xmlns:a16="http://schemas.microsoft.com/office/drawing/2014/main" id="{EB6D0FB8-9386-11A3-420F-B6BD7CDDF9C3}"/>
              </a:ext>
            </a:extLst>
          </p:cNvPr>
          <p:cNvSpPr>
            <a:spLocks noGrp="1"/>
          </p:cNvSpPr>
          <p:nvPr>
            <p:ph type="ftr" sz="quarter" idx="11"/>
          </p:nvPr>
        </p:nvSpPr>
        <p:spPr/>
        <p:txBody>
          <a:bodyPr/>
          <a:lstStyle/>
          <a:p>
            <a:r>
              <a:rPr lang="en-US" dirty="0"/>
              <a:t>Review No.  3       Batch No.   AB3       Department of CSE</a:t>
            </a:r>
            <a:endParaRPr lang="en-IN" dirty="0"/>
          </a:p>
        </p:txBody>
      </p:sp>
      <p:sp>
        <p:nvSpPr>
          <p:cNvPr id="4" name="Slide Number Placeholder 3">
            <a:extLst>
              <a:ext uri="{FF2B5EF4-FFF2-40B4-BE49-F238E27FC236}">
                <a16:creationId xmlns:a16="http://schemas.microsoft.com/office/drawing/2014/main" id="{813D8B02-4971-6AFD-3523-84E9F21812B0}"/>
              </a:ext>
            </a:extLst>
          </p:cNvPr>
          <p:cNvSpPr>
            <a:spLocks noGrp="1"/>
          </p:cNvSpPr>
          <p:nvPr>
            <p:ph type="sldNum" sz="quarter" idx="12"/>
          </p:nvPr>
        </p:nvSpPr>
        <p:spPr/>
        <p:txBody>
          <a:bodyPr/>
          <a:lstStyle/>
          <a:p>
            <a:fld id="{65DCBD69-296B-4D7C-AF62-9B588FC78772}" type="slidenum">
              <a:rPr lang="en-IN" smtClean="0"/>
              <a:t>11</a:t>
            </a:fld>
            <a:endParaRPr lang="en-IN"/>
          </a:p>
        </p:txBody>
      </p:sp>
    </p:spTree>
    <p:extLst>
      <p:ext uri="{BB962C8B-B14F-4D97-AF65-F5344CB8AC3E}">
        <p14:creationId xmlns:p14="http://schemas.microsoft.com/office/powerpoint/2010/main" val="1488576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D9C37-10AD-6741-62F5-2BF7318C548F}"/>
              </a:ext>
            </a:extLst>
          </p:cNvPr>
          <p:cNvSpPr>
            <a:spLocks noGrp="1"/>
          </p:cNvSpPr>
          <p:nvPr>
            <p:ph type="title"/>
          </p:nvPr>
        </p:nvSpPr>
        <p:spPr/>
        <p:txBody>
          <a:bodyPr/>
          <a:lstStyle/>
          <a:p>
            <a:r>
              <a:rPr lang="en-IN" dirty="0"/>
              <a:t>            </a:t>
            </a:r>
            <a:r>
              <a:rPr lang="en-IN" b="1" dirty="0"/>
              <a:t>Dataset Collection</a:t>
            </a:r>
          </a:p>
        </p:txBody>
      </p:sp>
      <p:sp>
        <p:nvSpPr>
          <p:cNvPr id="4" name="Date Placeholder 3">
            <a:extLst>
              <a:ext uri="{FF2B5EF4-FFF2-40B4-BE49-F238E27FC236}">
                <a16:creationId xmlns:a16="http://schemas.microsoft.com/office/drawing/2014/main" id="{369C837D-79F2-B410-391F-72C0D0C128BD}"/>
              </a:ext>
            </a:extLst>
          </p:cNvPr>
          <p:cNvSpPr>
            <a:spLocks noGrp="1"/>
          </p:cNvSpPr>
          <p:nvPr>
            <p:ph type="dt" sz="half" idx="10"/>
          </p:nvPr>
        </p:nvSpPr>
        <p:spPr/>
        <p:txBody>
          <a:bodyPr/>
          <a:lstStyle/>
          <a:p>
            <a:fld id="{35E7A069-8CF8-43D5-890A-A44A98E25D4C}" type="datetime1">
              <a:rPr lang="en-IN" smtClean="0"/>
              <a:t>18-12-2025</a:t>
            </a:fld>
            <a:endParaRPr lang="en-IN"/>
          </a:p>
        </p:txBody>
      </p:sp>
      <p:sp>
        <p:nvSpPr>
          <p:cNvPr id="5" name="Footer Placeholder 4">
            <a:extLst>
              <a:ext uri="{FF2B5EF4-FFF2-40B4-BE49-F238E27FC236}">
                <a16:creationId xmlns:a16="http://schemas.microsoft.com/office/drawing/2014/main" id="{0B5CE66C-BD72-A225-D45A-E9EED1401D6B}"/>
              </a:ext>
            </a:extLst>
          </p:cNvPr>
          <p:cNvSpPr>
            <a:spLocks noGrp="1"/>
          </p:cNvSpPr>
          <p:nvPr>
            <p:ph type="ftr" sz="quarter" idx="11"/>
          </p:nvPr>
        </p:nvSpPr>
        <p:spPr/>
        <p:txBody>
          <a:bodyPr/>
          <a:lstStyle/>
          <a:p>
            <a:r>
              <a:rPr lang="en-US" dirty="0"/>
              <a:t>Review No.  3       Batch No.   AB3      Department of CSE</a:t>
            </a:r>
            <a:endParaRPr lang="en-IN" dirty="0"/>
          </a:p>
        </p:txBody>
      </p:sp>
      <p:sp>
        <p:nvSpPr>
          <p:cNvPr id="6" name="Slide Number Placeholder 5">
            <a:extLst>
              <a:ext uri="{FF2B5EF4-FFF2-40B4-BE49-F238E27FC236}">
                <a16:creationId xmlns:a16="http://schemas.microsoft.com/office/drawing/2014/main" id="{1E21E152-2EFA-6D52-3459-8D1DE23DEA55}"/>
              </a:ext>
            </a:extLst>
          </p:cNvPr>
          <p:cNvSpPr>
            <a:spLocks noGrp="1"/>
          </p:cNvSpPr>
          <p:nvPr>
            <p:ph type="sldNum" sz="quarter" idx="12"/>
          </p:nvPr>
        </p:nvSpPr>
        <p:spPr/>
        <p:txBody>
          <a:bodyPr/>
          <a:lstStyle/>
          <a:p>
            <a:fld id="{65DCBD69-296B-4D7C-AF62-9B588FC78772}" type="slidenum">
              <a:rPr lang="en-IN" smtClean="0"/>
              <a:t>12</a:t>
            </a:fld>
            <a:endParaRPr lang="en-IN"/>
          </a:p>
        </p:txBody>
      </p:sp>
      <p:sp>
        <p:nvSpPr>
          <p:cNvPr id="7" name="Rectangle 1">
            <a:extLst>
              <a:ext uri="{FF2B5EF4-FFF2-40B4-BE49-F238E27FC236}">
                <a16:creationId xmlns:a16="http://schemas.microsoft.com/office/drawing/2014/main" id="{86CE1E8C-467F-8B2E-33BF-CF2BDA6306D1}"/>
              </a:ext>
            </a:extLst>
          </p:cNvPr>
          <p:cNvSpPr>
            <a:spLocks noGrp="1" noChangeArrowheads="1"/>
          </p:cNvSpPr>
          <p:nvPr>
            <p:ph idx="1"/>
          </p:nvPr>
        </p:nvSpPr>
        <p:spPr bwMode="auto">
          <a:xfrm>
            <a:off x="727788" y="2148958"/>
            <a:ext cx="1051560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Dataset contains </a:t>
            </a:r>
            <a:r>
              <a:rPr kumimoji="0" lang="en-US" altLang="en-US" b="1" i="0" u="none" strike="noStrike" cap="none" normalizeH="0" baseline="0" dirty="0">
                <a:ln>
                  <a:noFill/>
                </a:ln>
                <a:solidFill>
                  <a:schemeClr val="tx1"/>
                </a:solidFill>
                <a:effectLst/>
                <a:latin typeface="Arial" panose="020B0604020202020204" pitchFamily="34" charset="0"/>
              </a:rPr>
              <a:t>4,103 labeled eye images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2,171 “Opened”</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1,932 “Closed”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Images stored in labeled folders for easy annotation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Dataset variation includes: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head orientation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eyelid shape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lighting conditions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88558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772A9-E531-0387-DBED-EE72A9D3BEEB}"/>
              </a:ext>
            </a:extLst>
          </p:cNvPr>
          <p:cNvSpPr>
            <a:spLocks noGrp="1"/>
          </p:cNvSpPr>
          <p:nvPr>
            <p:ph type="title"/>
          </p:nvPr>
        </p:nvSpPr>
        <p:spPr>
          <a:xfrm>
            <a:off x="838200" y="811763"/>
            <a:ext cx="10330543" cy="878925"/>
          </a:xfrm>
        </p:spPr>
        <p:txBody>
          <a:bodyPr>
            <a:normAutofit fontScale="90000"/>
          </a:bodyPr>
          <a:lstStyle/>
          <a:p>
            <a:r>
              <a:rPr lang="en-US" b="1" dirty="0"/>
              <a:t>  Preprocessing Pipeline</a:t>
            </a:r>
            <a:br>
              <a:rPr lang="en-US" b="1" dirty="0"/>
            </a:br>
            <a:endParaRPr lang="en-IN" dirty="0"/>
          </a:p>
        </p:txBody>
      </p:sp>
      <p:sp>
        <p:nvSpPr>
          <p:cNvPr id="3" name="Content Placeholder 2">
            <a:extLst>
              <a:ext uri="{FF2B5EF4-FFF2-40B4-BE49-F238E27FC236}">
                <a16:creationId xmlns:a16="http://schemas.microsoft.com/office/drawing/2014/main" id="{03FC20F1-F1B8-1EA7-0944-430A702CFAB3}"/>
              </a:ext>
            </a:extLst>
          </p:cNvPr>
          <p:cNvSpPr>
            <a:spLocks noGrp="1"/>
          </p:cNvSpPr>
          <p:nvPr>
            <p:ph idx="1"/>
          </p:nvPr>
        </p:nvSpPr>
        <p:spPr/>
        <p:txBody>
          <a:bodyPr/>
          <a:lstStyle/>
          <a:p>
            <a:r>
              <a:rPr lang="en-US" dirty="0"/>
              <a:t>Standardized resizing of images to 128×128</a:t>
            </a:r>
          </a:p>
          <a:p>
            <a:r>
              <a:rPr lang="en-US" dirty="0"/>
              <a:t>Normalization performed for model compatibility</a:t>
            </a:r>
          </a:p>
          <a:p>
            <a:r>
              <a:rPr lang="en-US" dirty="0"/>
              <a:t>Manual inspection ensures correctness of labels and visual clarity</a:t>
            </a:r>
          </a:p>
          <a:p>
            <a:endParaRPr lang="en-IN" dirty="0"/>
          </a:p>
        </p:txBody>
      </p:sp>
      <p:sp>
        <p:nvSpPr>
          <p:cNvPr id="4" name="Date Placeholder 3">
            <a:extLst>
              <a:ext uri="{FF2B5EF4-FFF2-40B4-BE49-F238E27FC236}">
                <a16:creationId xmlns:a16="http://schemas.microsoft.com/office/drawing/2014/main" id="{C663B15E-CDBD-05B4-5DFD-2AAE42CD38DA}"/>
              </a:ext>
            </a:extLst>
          </p:cNvPr>
          <p:cNvSpPr>
            <a:spLocks noGrp="1"/>
          </p:cNvSpPr>
          <p:nvPr>
            <p:ph type="dt" sz="half" idx="10"/>
          </p:nvPr>
        </p:nvSpPr>
        <p:spPr/>
        <p:txBody>
          <a:bodyPr/>
          <a:lstStyle/>
          <a:p>
            <a:fld id="{35E7A069-8CF8-43D5-890A-A44A98E25D4C}" type="datetime1">
              <a:rPr lang="en-IN" smtClean="0"/>
              <a:t>18-12-2025</a:t>
            </a:fld>
            <a:endParaRPr lang="en-IN"/>
          </a:p>
        </p:txBody>
      </p:sp>
      <p:sp>
        <p:nvSpPr>
          <p:cNvPr id="5" name="Footer Placeholder 4">
            <a:extLst>
              <a:ext uri="{FF2B5EF4-FFF2-40B4-BE49-F238E27FC236}">
                <a16:creationId xmlns:a16="http://schemas.microsoft.com/office/drawing/2014/main" id="{45603C1C-D009-6509-5793-30C9B5A5A8F7}"/>
              </a:ext>
            </a:extLst>
          </p:cNvPr>
          <p:cNvSpPr>
            <a:spLocks noGrp="1"/>
          </p:cNvSpPr>
          <p:nvPr>
            <p:ph type="ftr" sz="quarter" idx="11"/>
          </p:nvPr>
        </p:nvSpPr>
        <p:spPr/>
        <p:txBody>
          <a:bodyPr/>
          <a:lstStyle/>
          <a:p>
            <a:r>
              <a:rPr lang="en-US"/>
              <a:t>Review No.  3       Batch No.   AB7       Department of CSE</a:t>
            </a:r>
            <a:endParaRPr lang="en-IN" dirty="0"/>
          </a:p>
        </p:txBody>
      </p:sp>
      <p:sp>
        <p:nvSpPr>
          <p:cNvPr id="6" name="Slide Number Placeholder 5">
            <a:extLst>
              <a:ext uri="{FF2B5EF4-FFF2-40B4-BE49-F238E27FC236}">
                <a16:creationId xmlns:a16="http://schemas.microsoft.com/office/drawing/2014/main" id="{3DA07834-C041-DCB1-E239-FF715BF747C9}"/>
              </a:ext>
            </a:extLst>
          </p:cNvPr>
          <p:cNvSpPr>
            <a:spLocks noGrp="1"/>
          </p:cNvSpPr>
          <p:nvPr>
            <p:ph type="sldNum" sz="quarter" idx="12"/>
          </p:nvPr>
        </p:nvSpPr>
        <p:spPr/>
        <p:txBody>
          <a:bodyPr/>
          <a:lstStyle/>
          <a:p>
            <a:fld id="{65DCBD69-296B-4D7C-AF62-9B588FC78772}" type="slidenum">
              <a:rPr lang="en-IN" smtClean="0"/>
              <a:t>13</a:t>
            </a:fld>
            <a:endParaRPr lang="en-IN"/>
          </a:p>
        </p:txBody>
      </p:sp>
    </p:spTree>
    <p:extLst>
      <p:ext uri="{BB962C8B-B14F-4D97-AF65-F5344CB8AC3E}">
        <p14:creationId xmlns:p14="http://schemas.microsoft.com/office/powerpoint/2010/main" val="2202841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44199-CA76-0DF1-AD25-38B1254DD1C4}"/>
              </a:ext>
            </a:extLst>
          </p:cNvPr>
          <p:cNvSpPr>
            <a:spLocks noGrp="1"/>
          </p:cNvSpPr>
          <p:nvPr>
            <p:ph type="title"/>
          </p:nvPr>
        </p:nvSpPr>
        <p:spPr>
          <a:xfrm>
            <a:off x="838200" y="858416"/>
            <a:ext cx="10181253" cy="832272"/>
          </a:xfrm>
        </p:spPr>
        <p:txBody>
          <a:bodyPr>
            <a:normAutofit fontScale="90000"/>
          </a:bodyPr>
          <a:lstStyle/>
          <a:p>
            <a:r>
              <a:rPr lang="en-US" b="1" dirty="0"/>
              <a:t>Noise Handling Strategy</a:t>
            </a:r>
            <a:br>
              <a:rPr lang="en-US" b="1" dirty="0"/>
            </a:br>
            <a:endParaRPr lang="en-IN" dirty="0"/>
          </a:p>
        </p:txBody>
      </p:sp>
      <p:sp>
        <p:nvSpPr>
          <p:cNvPr id="3" name="Content Placeholder 2">
            <a:extLst>
              <a:ext uri="{FF2B5EF4-FFF2-40B4-BE49-F238E27FC236}">
                <a16:creationId xmlns:a16="http://schemas.microsoft.com/office/drawing/2014/main" id="{80382890-B247-DB92-AF2A-CD30020CC138}"/>
              </a:ext>
            </a:extLst>
          </p:cNvPr>
          <p:cNvSpPr>
            <a:spLocks noGrp="1"/>
          </p:cNvSpPr>
          <p:nvPr>
            <p:ph idx="1"/>
          </p:nvPr>
        </p:nvSpPr>
        <p:spPr/>
        <p:txBody>
          <a:bodyPr/>
          <a:lstStyle/>
          <a:p>
            <a:r>
              <a:rPr lang="en-US" dirty="0"/>
              <a:t>Gaussian noise applied during training</a:t>
            </a:r>
          </a:p>
          <a:p>
            <a:r>
              <a:rPr lang="en-US" dirty="0"/>
              <a:t>Simulates:</a:t>
            </a:r>
          </a:p>
          <a:p>
            <a:pPr lvl="1"/>
            <a:r>
              <a:rPr lang="en-US" dirty="0"/>
              <a:t>blur</a:t>
            </a:r>
          </a:p>
          <a:p>
            <a:pPr lvl="1"/>
            <a:r>
              <a:rPr lang="en-US" dirty="0"/>
              <a:t>motion disturbances</a:t>
            </a:r>
          </a:p>
          <a:p>
            <a:pPr lvl="1"/>
            <a:r>
              <a:rPr lang="en-US" dirty="0"/>
              <a:t>low illumination</a:t>
            </a:r>
          </a:p>
          <a:p>
            <a:r>
              <a:rPr lang="en-US" dirty="0"/>
              <a:t>Enhances robustness for real-world conditions</a:t>
            </a:r>
          </a:p>
          <a:p>
            <a:endParaRPr lang="en-IN" dirty="0"/>
          </a:p>
        </p:txBody>
      </p:sp>
      <p:sp>
        <p:nvSpPr>
          <p:cNvPr id="4" name="Date Placeholder 3">
            <a:extLst>
              <a:ext uri="{FF2B5EF4-FFF2-40B4-BE49-F238E27FC236}">
                <a16:creationId xmlns:a16="http://schemas.microsoft.com/office/drawing/2014/main" id="{5B50B0DC-D012-3556-310C-BA10191DA48A}"/>
              </a:ext>
            </a:extLst>
          </p:cNvPr>
          <p:cNvSpPr>
            <a:spLocks noGrp="1"/>
          </p:cNvSpPr>
          <p:nvPr>
            <p:ph type="dt" sz="half" idx="10"/>
          </p:nvPr>
        </p:nvSpPr>
        <p:spPr/>
        <p:txBody>
          <a:bodyPr/>
          <a:lstStyle/>
          <a:p>
            <a:fld id="{35E7A069-8CF8-43D5-890A-A44A98E25D4C}" type="datetime1">
              <a:rPr lang="en-IN" smtClean="0"/>
              <a:t>18-12-2025</a:t>
            </a:fld>
            <a:endParaRPr lang="en-IN"/>
          </a:p>
        </p:txBody>
      </p:sp>
      <p:sp>
        <p:nvSpPr>
          <p:cNvPr id="5" name="Footer Placeholder 4">
            <a:extLst>
              <a:ext uri="{FF2B5EF4-FFF2-40B4-BE49-F238E27FC236}">
                <a16:creationId xmlns:a16="http://schemas.microsoft.com/office/drawing/2014/main" id="{1187CDD0-DECB-A580-F7E6-44B7746101CA}"/>
              </a:ext>
            </a:extLst>
          </p:cNvPr>
          <p:cNvSpPr>
            <a:spLocks noGrp="1"/>
          </p:cNvSpPr>
          <p:nvPr>
            <p:ph type="ftr" sz="quarter" idx="11"/>
          </p:nvPr>
        </p:nvSpPr>
        <p:spPr/>
        <p:txBody>
          <a:bodyPr/>
          <a:lstStyle/>
          <a:p>
            <a:r>
              <a:rPr lang="en-US"/>
              <a:t>Review No.  3       Batch No.   AB7       Department of CSE</a:t>
            </a:r>
            <a:endParaRPr lang="en-IN" dirty="0"/>
          </a:p>
        </p:txBody>
      </p:sp>
      <p:sp>
        <p:nvSpPr>
          <p:cNvPr id="6" name="Slide Number Placeholder 5">
            <a:extLst>
              <a:ext uri="{FF2B5EF4-FFF2-40B4-BE49-F238E27FC236}">
                <a16:creationId xmlns:a16="http://schemas.microsoft.com/office/drawing/2014/main" id="{879E68F0-22EB-6C52-9509-66DF99645144}"/>
              </a:ext>
            </a:extLst>
          </p:cNvPr>
          <p:cNvSpPr>
            <a:spLocks noGrp="1"/>
          </p:cNvSpPr>
          <p:nvPr>
            <p:ph type="sldNum" sz="quarter" idx="12"/>
          </p:nvPr>
        </p:nvSpPr>
        <p:spPr/>
        <p:txBody>
          <a:bodyPr/>
          <a:lstStyle/>
          <a:p>
            <a:fld id="{65DCBD69-296B-4D7C-AF62-9B588FC78772}" type="slidenum">
              <a:rPr lang="en-IN" smtClean="0"/>
              <a:t>14</a:t>
            </a:fld>
            <a:endParaRPr lang="en-IN"/>
          </a:p>
        </p:txBody>
      </p:sp>
    </p:spTree>
    <p:extLst>
      <p:ext uri="{BB962C8B-B14F-4D97-AF65-F5344CB8AC3E}">
        <p14:creationId xmlns:p14="http://schemas.microsoft.com/office/powerpoint/2010/main" val="702269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3E7EF-5762-CF97-C2F9-FA9387CA6F15}"/>
              </a:ext>
            </a:extLst>
          </p:cNvPr>
          <p:cNvSpPr>
            <a:spLocks noGrp="1"/>
          </p:cNvSpPr>
          <p:nvPr>
            <p:ph type="title"/>
          </p:nvPr>
        </p:nvSpPr>
        <p:spPr>
          <a:xfrm>
            <a:off x="838200" y="1644969"/>
            <a:ext cx="9817359" cy="45719"/>
          </a:xfrm>
        </p:spPr>
        <p:txBody>
          <a:bodyPr>
            <a:normAutofit fontScale="90000"/>
          </a:bodyPr>
          <a:lstStyle/>
          <a:p>
            <a:r>
              <a:rPr lang="en-US" b="1" dirty="0"/>
              <a:t>Feature Extraction with MobileNetV2</a:t>
            </a:r>
            <a:br>
              <a:rPr lang="en-US" b="1" dirty="0"/>
            </a:br>
            <a:endParaRPr lang="en-IN" dirty="0"/>
          </a:p>
        </p:txBody>
      </p:sp>
      <p:sp>
        <p:nvSpPr>
          <p:cNvPr id="3" name="Content Placeholder 2">
            <a:extLst>
              <a:ext uri="{FF2B5EF4-FFF2-40B4-BE49-F238E27FC236}">
                <a16:creationId xmlns:a16="http://schemas.microsoft.com/office/drawing/2014/main" id="{8B42347F-6A95-34F5-6A5C-23BD2B8C8A7A}"/>
              </a:ext>
            </a:extLst>
          </p:cNvPr>
          <p:cNvSpPr>
            <a:spLocks noGrp="1"/>
          </p:cNvSpPr>
          <p:nvPr>
            <p:ph idx="1"/>
          </p:nvPr>
        </p:nvSpPr>
        <p:spPr/>
        <p:txBody>
          <a:bodyPr/>
          <a:lstStyle/>
          <a:p>
            <a:r>
              <a:rPr lang="en-US" dirty="0"/>
              <a:t>MobileNetV2 used as </a:t>
            </a:r>
            <a:r>
              <a:rPr lang="en-US" b="1" dirty="0"/>
              <a:t>deep feature extractor</a:t>
            </a:r>
            <a:endParaRPr lang="en-US" dirty="0"/>
          </a:p>
          <a:p>
            <a:r>
              <a:rPr lang="en-US" dirty="0"/>
              <a:t>Pre-trained on ImageNet</a:t>
            </a:r>
          </a:p>
          <a:p>
            <a:r>
              <a:rPr lang="en-US" dirty="0"/>
              <a:t>Classification head removed</a:t>
            </a:r>
          </a:p>
          <a:p>
            <a:r>
              <a:rPr lang="en-US" dirty="0"/>
              <a:t>Extracts rich representations like:</a:t>
            </a:r>
          </a:p>
          <a:p>
            <a:pPr lvl="1"/>
            <a:r>
              <a:rPr lang="en-US" dirty="0"/>
              <a:t>eyelid contours</a:t>
            </a:r>
          </a:p>
          <a:p>
            <a:pPr lvl="1"/>
            <a:r>
              <a:rPr lang="en-US" dirty="0"/>
              <a:t>iris edges</a:t>
            </a:r>
          </a:p>
          <a:p>
            <a:pPr lvl="1"/>
            <a:r>
              <a:rPr lang="en-US" dirty="0"/>
              <a:t>illumination patterns</a:t>
            </a:r>
          </a:p>
          <a:p>
            <a:endParaRPr lang="en-IN" dirty="0"/>
          </a:p>
        </p:txBody>
      </p:sp>
      <p:sp>
        <p:nvSpPr>
          <p:cNvPr id="4" name="Date Placeholder 3">
            <a:extLst>
              <a:ext uri="{FF2B5EF4-FFF2-40B4-BE49-F238E27FC236}">
                <a16:creationId xmlns:a16="http://schemas.microsoft.com/office/drawing/2014/main" id="{A7DB3931-5EE5-5190-788C-23007BD90480}"/>
              </a:ext>
            </a:extLst>
          </p:cNvPr>
          <p:cNvSpPr>
            <a:spLocks noGrp="1"/>
          </p:cNvSpPr>
          <p:nvPr>
            <p:ph type="dt" sz="half" idx="10"/>
          </p:nvPr>
        </p:nvSpPr>
        <p:spPr/>
        <p:txBody>
          <a:bodyPr/>
          <a:lstStyle/>
          <a:p>
            <a:fld id="{35E7A069-8CF8-43D5-890A-A44A98E25D4C}" type="datetime1">
              <a:rPr lang="en-IN" smtClean="0"/>
              <a:t>18-12-2025</a:t>
            </a:fld>
            <a:endParaRPr lang="en-IN"/>
          </a:p>
        </p:txBody>
      </p:sp>
      <p:sp>
        <p:nvSpPr>
          <p:cNvPr id="5" name="Footer Placeholder 4">
            <a:extLst>
              <a:ext uri="{FF2B5EF4-FFF2-40B4-BE49-F238E27FC236}">
                <a16:creationId xmlns:a16="http://schemas.microsoft.com/office/drawing/2014/main" id="{51DD8498-A2B2-FA30-D756-4EA961C49D6C}"/>
              </a:ext>
            </a:extLst>
          </p:cNvPr>
          <p:cNvSpPr>
            <a:spLocks noGrp="1"/>
          </p:cNvSpPr>
          <p:nvPr>
            <p:ph type="ftr" sz="quarter" idx="11"/>
          </p:nvPr>
        </p:nvSpPr>
        <p:spPr/>
        <p:txBody>
          <a:bodyPr/>
          <a:lstStyle/>
          <a:p>
            <a:r>
              <a:rPr lang="en-US"/>
              <a:t>Review No.  3       Batch No.   AB7       Department of CSE</a:t>
            </a:r>
            <a:endParaRPr lang="en-IN" dirty="0"/>
          </a:p>
        </p:txBody>
      </p:sp>
      <p:sp>
        <p:nvSpPr>
          <p:cNvPr id="6" name="Slide Number Placeholder 5">
            <a:extLst>
              <a:ext uri="{FF2B5EF4-FFF2-40B4-BE49-F238E27FC236}">
                <a16:creationId xmlns:a16="http://schemas.microsoft.com/office/drawing/2014/main" id="{146E1A02-FD8C-620A-4F5E-02E7CBBEBE97}"/>
              </a:ext>
            </a:extLst>
          </p:cNvPr>
          <p:cNvSpPr>
            <a:spLocks noGrp="1"/>
          </p:cNvSpPr>
          <p:nvPr>
            <p:ph type="sldNum" sz="quarter" idx="12"/>
          </p:nvPr>
        </p:nvSpPr>
        <p:spPr/>
        <p:txBody>
          <a:bodyPr/>
          <a:lstStyle/>
          <a:p>
            <a:fld id="{65DCBD69-296B-4D7C-AF62-9B588FC78772}" type="slidenum">
              <a:rPr lang="en-IN" smtClean="0"/>
              <a:t>15</a:t>
            </a:fld>
            <a:endParaRPr lang="en-IN"/>
          </a:p>
        </p:txBody>
      </p:sp>
    </p:spTree>
    <p:extLst>
      <p:ext uri="{BB962C8B-B14F-4D97-AF65-F5344CB8AC3E}">
        <p14:creationId xmlns:p14="http://schemas.microsoft.com/office/powerpoint/2010/main" val="2050892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3AC89-3408-4BC0-2040-1F6D8A70BF4F}"/>
              </a:ext>
            </a:extLst>
          </p:cNvPr>
          <p:cNvSpPr>
            <a:spLocks noGrp="1"/>
          </p:cNvSpPr>
          <p:nvPr>
            <p:ph type="title"/>
          </p:nvPr>
        </p:nvSpPr>
        <p:spPr/>
        <p:txBody>
          <a:bodyPr/>
          <a:lstStyle/>
          <a:p>
            <a:r>
              <a:rPr lang="en-US" b="1" dirty="0"/>
              <a:t>Classification Using Logistic Regression</a:t>
            </a:r>
            <a:endParaRPr lang="en-IN" dirty="0"/>
          </a:p>
        </p:txBody>
      </p:sp>
      <p:sp>
        <p:nvSpPr>
          <p:cNvPr id="3" name="Content Placeholder 2">
            <a:extLst>
              <a:ext uri="{FF2B5EF4-FFF2-40B4-BE49-F238E27FC236}">
                <a16:creationId xmlns:a16="http://schemas.microsoft.com/office/drawing/2014/main" id="{7D459BB8-368F-6C36-2C7E-F6F793CFB1ED}"/>
              </a:ext>
            </a:extLst>
          </p:cNvPr>
          <p:cNvSpPr>
            <a:spLocks noGrp="1"/>
          </p:cNvSpPr>
          <p:nvPr>
            <p:ph idx="1"/>
          </p:nvPr>
        </p:nvSpPr>
        <p:spPr/>
        <p:txBody>
          <a:bodyPr/>
          <a:lstStyle/>
          <a:p>
            <a:pPr marL="0" indent="0">
              <a:buNone/>
            </a:pPr>
            <a:endParaRPr lang="en-US" b="1" dirty="0"/>
          </a:p>
          <a:p>
            <a:r>
              <a:rPr lang="en-US" dirty="0"/>
              <a:t>Simple binary classifier chosen for:</a:t>
            </a:r>
          </a:p>
          <a:p>
            <a:pPr lvl="1"/>
            <a:r>
              <a:rPr lang="en-US" dirty="0"/>
              <a:t>low computation cost</a:t>
            </a:r>
          </a:p>
          <a:p>
            <a:pPr lvl="1"/>
            <a:r>
              <a:rPr lang="en-US" dirty="0"/>
              <a:t>clarity</a:t>
            </a:r>
          </a:p>
          <a:p>
            <a:pPr lvl="1"/>
            <a:r>
              <a:rPr lang="en-US" dirty="0"/>
              <a:t>real-time feasibility</a:t>
            </a:r>
          </a:p>
          <a:p>
            <a:r>
              <a:rPr lang="en-US" dirty="0"/>
              <a:t>Separates two classes:</a:t>
            </a:r>
          </a:p>
          <a:p>
            <a:pPr lvl="1"/>
            <a:r>
              <a:rPr lang="en-US" dirty="0"/>
              <a:t>Open Eye</a:t>
            </a:r>
          </a:p>
          <a:p>
            <a:pPr lvl="1"/>
            <a:r>
              <a:rPr lang="en-US" dirty="0"/>
              <a:t>Closed Eye</a:t>
            </a:r>
          </a:p>
          <a:p>
            <a:endParaRPr lang="en-IN" dirty="0"/>
          </a:p>
        </p:txBody>
      </p:sp>
      <p:sp>
        <p:nvSpPr>
          <p:cNvPr id="4" name="Date Placeholder 3">
            <a:extLst>
              <a:ext uri="{FF2B5EF4-FFF2-40B4-BE49-F238E27FC236}">
                <a16:creationId xmlns:a16="http://schemas.microsoft.com/office/drawing/2014/main" id="{079F6A12-12AA-E5B2-268D-ECFF050D05DA}"/>
              </a:ext>
            </a:extLst>
          </p:cNvPr>
          <p:cNvSpPr>
            <a:spLocks noGrp="1"/>
          </p:cNvSpPr>
          <p:nvPr>
            <p:ph type="dt" sz="half" idx="10"/>
          </p:nvPr>
        </p:nvSpPr>
        <p:spPr/>
        <p:txBody>
          <a:bodyPr/>
          <a:lstStyle/>
          <a:p>
            <a:fld id="{35E7A069-8CF8-43D5-890A-A44A98E25D4C}" type="datetime1">
              <a:rPr lang="en-IN" smtClean="0"/>
              <a:t>18-12-2025</a:t>
            </a:fld>
            <a:endParaRPr lang="en-IN"/>
          </a:p>
        </p:txBody>
      </p:sp>
      <p:sp>
        <p:nvSpPr>
          <p:cNvPr id="5" name="Footer Placeholder 4">
            <a:extLst>
              <a:ext uri="{FF2B5EF4-FFF2-40B4-BE49-F238E27FC236}">
                <a16:creationId xmlns:a16="http://schemas.microsoft.com/office/drawing/2014/main" id="{B62CB087-C6CA-5D29-2186-907B39384A2B}"/>
              </a:ext>
            </a:extLst>
          </p:cNvPr>
          <p:cNvSpPr>
            <a:spLocks noGrp="1"/>
          </p:cNvSpPr>
          <p:nvPr>
            <p:ph type="ftr" sz="quarter" idx="11"/>
          </p:nvPr>
        </p:nvSpPr>
        <p:spPr/>
        <p:txBody>
          <a:bodyPr/>
          <a:lstStyle/>
          <a:p>
            <a:r>
              <a:rPr lang="en-US"/>
              <a:t>Review No.  3       Batch No.   AB7       Department of CSE</a:t>
            </a:r>
            <a:endParaRPr lang="en-IN" dirty="0"/>
          </a:p>
        </p:txBody>
      </p:sp>
      <p:sp>
        <p:nvSpPr>
          <p:cNvPr id="6" name="Slide Number Placeholder 5">
            <a:extLst>
              <a:ext uri="{FF2B5EF4-FFF2-40B4-BE49-F238E27FC236}">
                <a16:creationId xmlns:a16="http://schemas.microsoft.com/office/drawing/2014/main" id="{0C031201-07BE-19B7-8205-94B862E8F457}"/>
              </a:ext>
            </a:extLst>
          </p:cNvPr>
          <p:cNvSpPr>
            <a:spLocks noGrp="1"/>
          </p:cNvSpPr>
          <p:nvPr>
            <p:ph type="sldNum" sz="quarter" idx="12"/>
          </p:nvPr>
        </p:nvSpPr>
        <p:spPr/>
        <p:txBody>
          <a:bodyPr/>
          <a:lstStyle/>
          <a:p>
            <a:fld id="{65DCBD69-296B-4D7C-AF62-9B588FC78772}" type="slidenum">
              <a:rPr lang="en-IN" smtClean="0"/>
              <a:t>16</a:t>
            </a:fld>
            <a:endParaRPr lang="en-IN"/>
          </a:p>
        </p:txBody>
      </p:sp>
    </p:spTree>
    <p:extLst>
      <p:ext uri="{BB962C8B-B14F-4D97-AF65-F5344CB8AC3E}">
        <p14:creationId xmlns:p14="http://schemas.microsoft.com/office/powerpoint/2010/main" val="1500818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309A1-0594-D566-5FF7-F7BF48F4AE8A}"/>
              </a:ext>
            </a:extLst>
          </p:cNvPr>
          <p:cNvSpPr>
            <a:spLocks noGrp="1"/>
          </p:cNvSpPr>
          <p:nvPr>
            <p:ph type="title"/>
          </p:nvPr>
        </p:nvSpPr>
        <p:spPr>
          <a:xfrm>
            <a:off x="1287412" y="1240971"/>
            <a:ext cx="8984248" cy="449717"/>
          </a:xfrm>
        </p:spPr>
        <p:txBody>
          <a:bodyPr>
            <a:normAutofit fontScale="90000"/>
          </a:bodyPr>
          <a:lstStyle/>
          <a:p>
            <a:r>
              <a:rPr lang="en-US" b="1" dirty="0"/>
              <a:t>Training &amp; Validation Setup</a:t>
            </a:r>
            <a:br>
              <a:rPr lang="en-US" b="1" dirty="0"/>
            </a:br>
            <a:endParaRPr lang="en-IN" dirty="0"/>
          </a:p>
        </p:txBody>
      </p:sp>
      <p:sp>
        <p:nvSpPr>
          <p:cNvPr id="3" name="Content Placeholder 2">
            <a:extLst>
              <a:ext uri="{FF2B5EF4-FFF2-40B4-BE49-F238E27FC236}">
                <a16:creationId xmlns:a16="http://schemas.microsoft.com/office/drawing/2014/main" id="{1A59380F-9825-B531-BC42-0FB8FD8A8A98}"/>
              </a:ext>
            </a:extLst>
          </p:cNvPr>
          <p:cNvSpPr>
            <a:spLocks noGrp="1"/>
          </p:cNvSpPr>
          <p:nvPr>
            <p:ph idx="1"/>
          </p:nvPr>
        </p:nvSpPr>
        <p:spPr/>
        <p:txBody>
          <a:bodyPr/>
          <a:lstStyle/>
          <a:p>
            <a:r>
              <a:rPr lang="en-US" dirty="0"/>
              <a:t>80% dataset used for training</a:t>
            </a:r>
          </a:p>
          <a:p>
            <a:r>
              <a:rPr lang="en-US" dirty="0"/>
              <a:t>20% dataset used for testing</a:t>
            </a:r>
          </a:p>
          <a:p>
            <a:r>
              <a:rPr lang="en-US" dirty="0"/>
              <a:t>Training executed using cloud GPU environment</a:t>
            </a:r>
          </a:p>
          <a:p>
            <a:r>
              <a:rPr lang="en-US" dirty="0"/>
              <a:t>Gaussian noise applied throughout training to improve generalization</a:t>
            </a:r>
          </a:p>
          <a:p>
            <a:endParaRPr lang="en-IN" dirty="0"/>
          </a:p>
        </p:txBody>
      </p:sp>
      <p:sp>
        <p:nvSpPr>
          <p:cNvPr id="4" name="Date Placeholder 3">
            <a:extLst>
              <a:ext uri="{FF2B5EF4-FFF2-40B4-BE49-F238E27FC236}">
                <a16:creationId xmlns:a16="http://schemas.microsoft.com/office/drawing/2014/main" id="{5FFD6F41-69CF-1711-8A56-E7FBD48D3FB1}"/>
              </a:ext>
            </a:extLst>
          </p:cNvPr>
          <p:cNvSpPr>
            <a:spLocks noGrp="1"/>
          </p:cNvSpPr>
          <p:nvPr>
            <p:ph type="dt" sz="half" idx="10"/>
          </p:nvPr>
        </p:nvSpPr>
        <p:spPr/>
        <p:txBody>
          <a:bodyPr/>
          <a:lstStyle/>
          <a:p>
            <a:fld id="{35E7A069-8CF8-43D5-890A-A44A98E25D4C}" type="datetime1">
              <a:rPr lang="en-IN" smtClean="0"/>
              <a:t>18-12-2025</a:t>
            </a:fld>
            <a:endParaRPr lang="en-IN"/>
          </a:p>
        </p:txBody>
      </p:sp>
      <p:sp>
        <p:nvSpPr>
          <p:cNvPr id="5" name="Footer Placeholder 4">
            <a:extLst>
              <a:ext uri="{FF2B5EF4-FFF2-40B4-BE49-F238E27FC236}">
                <a16:creationId xmlns:a16="http://schemas.microsoft.com/office/drawing/2014/main" id="{05B5230E-5342-9022-B972-289C91DBA546}"/>
              </a:ext>
            </a:extLst>
          </p:cNvPr>
          <p:cNvSpPr>
            <a:spLocks noGrp="1"/>
          </p:cNvSpPr>
          <p:nvPr>
            <p:ph type="ftr" sz="quarter" idx="11"/>
          </p:nvPr>
        </p:nvSpPr>
        <p:spPr/>
        <p:txBody>
          <a:bodyPr/>
          <a:lstStyle/>
          <a:p>
            <a:r>
              <a:rPr lang="en-US"/>
              <a:t>Review No.  3       Batch No.   AB7       Department of CSE</a:t>
            </a:r>
            <a:endParaRPr lang="en-IN" dirty="0"/>
          </a:p>
        </p:txBody>
      </p:sp>
      <p:sp>
        <p:nvSpPr>
          <p:cNvPr id="6" name="Slide Number Placeholder 5">
            <a:extLst>
              <a:ext uri="{FF2B5EF4-FFF2-40B4-BE49-F238E27FC236}">
                <a16:creationId xmlns:a16="http://schemas.microsoft.com/office/drawing/2014/main" id="{9E0EAB6A-513A-B9AA-4135-F54D1F6D2376}"/>
              </a:ext>
            </a:extLst>
          </p:cNvPr>
          <p:cNvSpPr>
            <a:spLocks noGrp="1"/>
          </p:cNvSpPr>
          <p:nvPr>
            <p:ph type="sldNum" sz="quarter" idx="12"/>
          </p:nvPr>
        </p:nvSpPr>
        <p:spPr/>
        <p:txBody>
          <a:bodyPr/>
          <a:lstStyle/>
          <a:p>
            <a:fld id="{65DCBD69-296B-4D7C-AF62-9B588FC78772}" type="slidenum">
              <a:rPr lang="en-IN" smtClean="0"/>
              <a:t>17</a:t>
            </a:fld>
            <a:endParaRPr lang="en-IN"/>
          </a:p>
        </p:txBody>
      </p:sp>
    </p:spTree>
    <p:extLst>
      <p:ext uri="{BB962C8B-B14F-4D97-AF65-F5344CB8AC3E}">
        <p14:creationId xmlns:p14="http://schemas.microsoft.com/office/powerpoint/2010/main" val="2001360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6FDB8-499B-6A8D-D0FD-09FDEBAD85B2}"/>
              </a:ext>
            </a:extLst>
          </p:cNvPr>
          <p:cNvSpPr>
            <a:spLocks noGrp="1"/>
          </p:cNvSpPr>
          <p:nvPr>
            <p:ph type="title"/>
          </p:nvPr>
        </p:nvSpPr>
        <p:spPr>
          <a:xfrm>
            <a:off x="642257" y="983456"/>
            <a:ext cx="10515600" cy="1325563"/>
          </a:xfrm>
        </p:spPr>
        <p:txBody>
          <a:bodyPr/>
          <a:lstStyle/>
          <a:p>
            <a:r>
              <a:rPr lang="en-US" b="1" dirty="0"/>
              <a:t>Evaluation Strategy </a:t>
            </a:r>
            <a:br>
              <a:rPr lang="en-US" b="1" dirty="0"/>
            </a:br>
            <a:endParaRPr lang="en-IN" dirty="0"/>
          </a:p>
        </p:txBody>
      </p:sp>
      <p:sp>
        <p:nvSpPr>
          <p:cNvPr id="3" name="Content Placeholder 2">
            <a:extLst>
              <a:ext uri="{FF2B5EF4-FFF2-40B4-BE49-F238E27FC236}">
                <a16:creationId xmlns:a16="http://schemas.microsoft.com/office/drawing/2014/main" id="{3203CDD3-FFBE-9FF0-F717-670AD3105D41}"/>
              </a:ext>
            </a:extLst>
          </p:cNvPr>
          <p:cNvSpPr>
            <a:spLocks noGrp="1"/>
          </p:cNvSpPr>
          <p:nvPr>
            <p:ph idx="1"/>
          </p:nvPr>
        </p:nvSpPr>
        <p:spPr/>
        <p:txBody>
          <a:bodyPr/>
          <a:lstStyle/>
          <a:p>
            <a:pPr marL="0" indent="0">
              <a:buNone/>
            </a:pPr>
            <a:endParaRPr lang="en-US" b="1" dirty="0"/>
          </a:p>
          <a:p>
            <a:r>
              <a:rPr lang="en-US" dirty="0"/>
              <a:t>Following measures considered for assessment:</a:t>
            </a:r>
          </a:p>
          <a:p>
            <a:pPr lvl="1"/>
            <a:r>
              <a:rPr lang="en-US" dirty="0"/>
              <a:t>Accuracy</a:t>
            </a:r>
          </a:p>
          <a:p>
            <a:pPr lvl="1"/>
            <a:r>
              <a:rPr lang="en-US" dirty="0"/>
              <a:t>Precision</a:t>
            </a:r>
          </a:p>
          <a:p>
            <a:pPr lvl="1"/>
            <a:r>
              <a:rPr lang="en-US" dirty="0"/>
              <a:t>Recall</a:t>
            </a:r>
          </a:p>
          <a:p>
            <a:pPr lvl="1"/>
            <a:r>
              <a:rPr lang="en-US" dirty="0"/>
              <a:t>F1 Score</a:t>
            </a:r>
          </a:p>
          <a:p>
            <a:pPr lvl="1"/>
            <a:r>
              <a:rPr lang="en-US" dirty="0"/>
              <a:t>Confusion Matrix</a:t>
            </a:r>
          </a:p>
          <a:p>
            <a:endParaRPr lang="en-IN" dirty="0"/>
          </a:p>
        </p:txBody>
      </p:sp>
      <p:sp>
        <p:nvSpPr>
          <p:cNvPr id="4" name="Date Placeholder 3">
            <a:extLst>
              <a:ext uri="{FF2B5EF4-FFF2-40B4-BE49-F238E27FC236}">
                <a16:creationId xmlns:a16="http://schemas.microsoft.com/office/drawing/2014/main" id="{F162CD51-E967-A1E6-BEFD-746D320032D1}"/>
              </a:ext>
            </a:extLst>
          </p:cNvPr>
          <p:cNvSpPr>
            <a:spLocks noGrp="1"/>
          </p:cNvSpPr>
          <p:nvPr>
            <p:ph type="dt" sz="half" idx="10"/>
          </p:nvPr>
        </p:nvSpPr>
        <p:spPr/>
        <p:txBody>
          <a:bodyPr/>
          <a:lstStyle/>
          <a:p>
            <a:fld id="{35E7A069-8CF8-43D5-890A-A44A98E25D4C}" type="datetime1">
              <a:rPr lang="en-IN" smtClean="0"/>
              <a:t>18-12-2025</a:t>
            </a:fld>
            <a:endParaRPr lang="en-IN"/>
          </a:p>
        </p:txBody>
      </p:sp>
      <p:sp>
        <p:nvSpPr>
          <p:cNvPr id="5" name="Footer Placeholder 4">
            <a:extLst>
              <a:ext uri="{FF2B5EF4-FFF2-40B4-BE49-F238E27FC236}">
                <a16:creationId xmlns:a16="http://schemas.microsoft.com/office/drawing/2014/main" id="{699A3AAC-A0EC-6927-F86E-DCD5EB6F91DC}"/>
              </a:ext>
            </a:extLst>
          </p:cNvPr>
          <p:cNvSpPr>
            <a:spLocks noGrp="1"/>
          </p:cNvSpPr>
          <p:nvPr>
            <p:ph type="ftr" sz="quarter" idx="11"/>
          </p:nvPr>
        </p:nvSpPr>
        <p:spPr/>
        <p:txBody>
          <a:bodyPr/>
          <a:lstStyle/>
          <a:p>
            <a:r>
              <a:rPr lang="en-US"/>
              <a:t>Review No.  3       Batch No.   AB7       Department of CSE</a:t>
            </a:r>
            <a:endParaRPr lang="en-IN" dirty="0"/>
          </a:p>
        </p:txBody>
      </p:sp>
      <p:sp>
        <p:nvSpPr>
          <p:cNvPr id="6" name="Slide Number Placeholder 5">
            <a:extLst>
              <a:ext uri="{FF2B5EF4-FFF2-40B4-BE49-F238E27FC236}">
                <a16:creationId xmlns:a16="http://schemas.microsoft.com/office/drawing/2014/main" id="{A733BE9F-ECB7-EBB3-1810-559AF52CF032}"/>
              </a:ext>
            </a:extLst>
          </p:cNvPr>
          <p:cNvSpPr>
            <a:spLocks noGrp="1"/>
          </p:cNvSpPr>
          <p:nvPr>
            <p:ph type="sldNum" sz="quarter" idx="12"/>
          </p:nvPr>
        </p:nvSpPr>
        <p:spPr/>
        <p:txBody>
          <a:bodyPr/>
          <a:lstStyle/>
          <a:p>
            <a:fld id="{65DCBD69-296B-4D7C-AF62-9B588FC78772}" type="slidenum">
              <a:rPr lang="en-IN" smtClean="0"/>
              <a:t>18</a:t>
            </a:fld>
            <a:endParaRPr lang="en-IN"/>
          </a:p>
        </p:txBody>
      </p:sp>
    </p:spTree>
    <p:extLst>
      <p:ext uri="{BB962C8B-B14F-4D97-AF65-F5344CB8AC3E}">
        <p14:creationId xmlns:p14="http://schemas.microsoft.com/office/powerpoint/2010/main" val="2941715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Font typeface="Wingdings" panose="05000000000000000000" charset="0"/>
              <a:buNone/>
            </a:pPr>
            <a:r>
              <a:rPr lang="en-US" sz="2600" b="1" dirty="0">
                <a:latin typeface="Times New Roman" panose="02020603050405020304" pitchFamily="18" charset="0"/>
                <a:cs typeface="Times New Roman" panose="02020603050405020304" pitchFamily="18" charset="0"/>
              </a:rPr>
              <a:t>Hardware Specifications: </a:t>
            </a:r>
          </a:p>
          <a:p>
            <a:pPr lvl="1"/>
            <a:r>
              <a:rPr lang="en-IN" sz="2000" b="1" dirty="0">
                <a:latin typeface="Times New Roman" panose="02020603050405020304" pitchFamily="18" charset="0"/>
                <a:cs typeface="Times New Roman" panose="02020603050405020304" pitchFamily="18" charset="0"/>
              </a:rPr>
              <a:t>Processor : </a:t>
            </a:r>
            <a:r>
              <a:rPr lang="en-IN" sz="2000" dirty="0">
                <a:latin typeface="Times New Roman" panose="02020603050405020304" pitchFamily="18" charset="0"/>
                <a:cs typeface="Times New Roman" panose="02020603050405020304" pitchFamily="18" charset="0"/>
              </a:rPr>
              <a:t>Intel Core i7Gen or </a:t>
            </a:r>
            <a:r>
              <a:rPr lang="en-US" sz="2000" dirty="0">
                <a:latin typeface="Times New Roman" panose="02020603050405020304" pitchFamily="18" charset="0"/>
                <a:cs typeface="Times New Roman" panose="02020603050405020304" pitchFamily="18" charset="0"/>
              </a:rPr>
              <a:t>above</a:t>
            </a:r>
            <a:endParaRPr lang="en-IN" sz="2000" dirty="0">
              <a:latin typeface="Times New Roman" panose="02020603050405020304" pitchFamily="18" charset="0"/>
              <a:cs typeface="Times New Roman" panose="02020603050405020304" pitchFamily="18" charset="0"/>
            </a:endParaRPr>
          </a:p>
          <a:p>
            <a:pPr lvl="1"/>
            <a:r>
              <a:rPr lang="en-IN" sz="2000" b="1" dirty="0">
                <a:latin typeface="Times New Roman" panose="02020603050405020304" pitchFamily="18" charset="0"/>
                <a:cs typeface="Times New Roman" panose="02020603050405020304" pitchFamily="18" charset="0"/>
              </a:rPr>
              <a:t>RAM : </a:t>
            </a:r>
            <a:r>
              <a:rPr lang="en-IN" sz="2000" dirty="0">
                <a:latin typeface="Times New Roman" panose="02020603050405020304" pitchFamily="18" charset="0"/>
                <a:cs typeface="Times New Roman" panose="02020603050405020304" pitchFamily="18" charset="0"/>
              </a:rPr>
              <a:t>8GB (4 GB usable) </a:t>
            </a:r>
          </a:p>
          <a:p>
            <a:pPr lvl="1"/>
            <a:r>
              <a:rPr lang="en-IN" sz="2000" b="1" dirty="0">
                <a:latin typeface="Times New Roman" panose="02020603050405020304" pitchFamily="18" charset="0"/>
                <a:cs typeface="Times New Roman" panose="02020603050405020304" pitchFamily="18" charset="0"/>
              </a:rPr>
              <a:t>System Type : </a:t>
            </a:r>
            <a:r>
              <a:rPr lang="en-IN" sz="2000" dirty="0">
                <a:latin typeface="Times New Roman" panose="02020603050405020304" pitchFamily="18" charset="0"/>
                <a:cs typeface="Times New Roman" panose="02020603050405020304" pitchFamily="18" charset="0"/>
              </a:rPr>
              <a:t>64-bit operating system</a:t>
            </a:r>
            <a:endParaRPr lang="en-US" sz="1600" b="1" dirty="0">
              <a:latin typeface="Times New Roman" panose="02020603050405020304" pitchFamily="18" charset="0"/>
              <a:cs typeface="Times New Roman" pitchFamily="18" charset="0"/>
            </a:endParaRPr>
          </a:p>
          <a:p>
            <a:pPr lvl="1"/>
            <a:endParaRPr lang="en-US" sz="2600" b="1" dirty="0">
              <a:latin typeface="Times New Roman" panose="02020603050405020304" pitchFamily="18" charset="0"/>
              <a:cs typeface="Times New Roman" panose="02020603050405020304" pitchFamily="18" charset="0"/>
            </a:endParaRPr>
          </a:p>
          <a:p>
            <a:pPr marL="0" indent="0">
              <a:buFont typeface="Wingdings" panose="05000000000000000000" charset="0"/>
              <a:buNone/>
            </a:pPr>
            <a:r>
              <a:rPr lang="en-US" sz="2600" b="1" dirty="0">
                <a:latin typeface="Times New Roman" panose="02020603050405020304" pitchFamily="18" charset="0"/>
                <a:cs typeface="Times New Roman" panose="02020603050405020304" pitchFamily="18" charset="0"/>
              </a:rPr>
              <a:t>Software</a:t>
            </a:r>
            <a:r>
              <a:rPr lang="en-IN" altLang="en-US" sz="2600" b="1"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sym typeface="+mn-ea"/>
              </a:rPr>
              <a:t>Specifications</a:t>
            </a:r>
            <a:r>
              <a:rPr lang="en-US" sz="2600" b="1"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lvl="1"/>
            <a:r>
              <a:rPr lang="en-US" sz="2000" b="1" dirty="0">
                <a:latin typeface="Times New Roman" panose="02020603050405020304" pitchFamily="18" charset="0"/>
                <a:cs typeface="Times New Roman" panose="02020603050405020304" pitchFamily="18" charset="0"/>
              </a:rPr>
              <a:t>Operating System  :  </a:t>
            </a:r>
            <a:r>
              <a:rPr lang="en-US" sz="2000" dirty="0">
                <a:latin typeface="Times New Roman" panose="02020603050405020304" pitchFamily="18" charset="0"/>
                <a:cs typeface="Times New Roman" panose="02020603050405020304" pitchFamily="18" charset="0"/>
              </a:rPr>
              <a:t>Windows 11 or above</a:t>
            </a:r>
          </a:p>
          <a:p>
            <a:pPr lvl="1"/>
            <a:r>
              <a:rPr lang="en-US" sz="2000" b="1" dirty="0">
                <a:latin typeface="Times New Roman" panose="02020603050405020304" pitchFamily="18" charset="0"/>
                <a:cs typeface="Times New Roman" panose="02020603050405020304" pitchFamily="18" charset="0"/>
              </a:rPr>
              <a:t>Coding Language : </a:t>
            </a:r>
            <a:r>
              <a:rPr lang="en-US" sz="2000" dirty="0">
                <a:latin typeface="Times New Roman" panose="02020603050405020304" pitchFamily="18" charset="0"/>
                <a:cs typeface="Times New Roman" panose="02020603050405020304" pitchFamily="18" charset="0"/>
              </a:rPr>
              <a:t>Python </a:t>
            </a:r>
          </a:p>
          <a:p>
            <a:pPr lvl="1"/>
            <a:r>
              <a:rPr lang="en-US" sz="2000" b="1" dirty="0">
                <a:latin typeface="Times New Roman" panose="02020603050405020304" pitchFamily="18" charset="0"/>
                <a:cs typeface="Times New Roman" panose="02020603050405020304" pitchFamily="18" charset="0"/>
              </a:rPr>
              <a:t>Python Distribution: </a:t>
            </a:r>
            <a:r>
              <a:rPr lang="en-US" sz="2000" dirty="0">
                <a:latin typeface="Times New Roman" panose="02020603050405020304" pitchFamily="18" charset="0"/>
                <a:cs typeface="Times New Roman" panose="02020603050405020304" pitchFamily="18" charset="0"/>
              </a:rPr>
              <a:t>Google COLAB </a:t>
            </a:r>
          </a:p>
          <a:p>
            <a:pPr marL="457200" lvl="1" indent="0">
              <a:buNone/>
            </a:pPr>
            <a:endParaRPr lang="en-US" sz="20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4C0DBA71-92D9-8A6D-9D6B-04377BA994AB}"/>
              </a:ext>
            </a:extLst>
          </p:cNvPr>
          <p:cNvSpPr>
            <a:spLocks noGrp="1"/>
          </p:cNvSpPr>
          <p:nvPr>
            <p:ph type="dt" sz="half" idx="10"/>
          </p:nvPr>
        </p:nvSpPr>
        <p:spPr/>
        <p:txBody>
          <a:bodyPr/>
          <a:lstStyle/>
          <a:p>
            <a:fld id="{83242F91-AB49-409D-93CC-0C16C5444343}" type="datetime1">
              <a:rPr lang="en-IN" smtClean="0"/>
              <a:t>18-12-2025</a:t>
            </a:fld>
            <a:endParaRPr lang="en-IN"/>
          </a:p>
        </p:txBody>
      </p:sp>
      <p:sp>
        <p:nvSpPr>
          <p:cNvPr id="3" name="Footer Placeholder 2">
            <a:extLst>
              <a:ext uri="{FF2B5EF4-FFF2-40B4-BE49-F238E27FC236}">
                <a16:creationId xmlns:a16="http://schemas.microsoft.com/office/drawing/2014/main" id="{1C73B5A2-F818-84B9-F8FC-4A1BB93B8E5D}"/>
              </a:ext>
            </a:extLst>
          </p:cNvPr>
          <p:cNvSpPr>
            <a:spLocks noGrp="1"/>
          </p:cNvSpPr>
          <p:nvPr>
            <p:ph type="ftr" sz="quarter" idx="11"/>
          </p:nvPr>
        </p:nvSpPr>
        <p:spPr/>
        <p:txBody>
          <a:bodyPr/>
          <a:lstStyle/>
          <a:p>
            <a:r>
              <a:rPr lang="en-US" dirty="0"/>
              <a:t>Review No.  3       Batch No.   AB3       Department of CSE</a:t>
            </a:r>
            <a:endParaRPr lang="en-IN" dirty="0"/>
          </a:p>
        </p:txBody>
      </p:sp>
      <p:sp>
        <p:nvSpPr>
          <p:cNvPr id="4" name="Slide Number Placeholder 3">
            <a:extLst>
              <a:ext uri="{FF2B5EF4-FFF2-40B4-BE49-F238E27FC236}">
                <a16:creationId xmlns:a16="http://schemas.microsoft.com/office/drawing/2014/main" id="{0FFF0A31-B71C-661A-832E-FC6569D97A64}"/>
              </a:ext>
            </a:extLst>
          </p:cNvPr>
          <p:cNvSpPr>
            <a:spLocks noGrp="1"/>
          </p:cNvSpPr>
          <p:nvPr>
            <p:ph type="sldNum" sz="quarter" idx="12"/>
          </p:nvPr>
        </p:nvSpPr>
        <p:spPr/>
        <p:txBody>
          <a:bodyPr/>
          <a:lstStyle/>
          <a:p>
            <a:fld id="{65DCBD69-296B-4D7C-AF62-9B588FC78772}" type="slidenum">
              <a:rPr lang="en-IN" smtClean="0"/>
              <a:t>19</a:t>
            </a:fld>
            <a:endParaRPr lang="en-IN"/>
          </a:p>
        </p:txBody>
      </p:sp>
    </p:spTree>
    <p:extLst>
      <p:ext uri="{BB962C8B-B14F-4D97-AF65-F5344CB8AC3E}">
        <p14:creationId xmlns:p14="http://schemas.microsoft.com/office/powerpoint/2010/main" val="29480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RESULTS &amp; ANALYSIS</a:t>
            </a:r>
          </a:p>
        </p:txBody>
      </p:sp>
      <p:sp>
        <p:nvSpPr>
          <p:cNvPr id="2" name="Date Placeholder 1">
            <a:extLst>
              <a:ext uri="{FF2B5EF4-FFF2-40B4-BE49-F238E27FC236}">
                <a16:creationId xmlns:a16="http://schemas.microsoft.com/office/drawing/2014/main" id="{4C0DBA71-92D9-8A6D-9D6B-04377BA994AB}"/>
              </a:ext>
            </a:extLst>
          </p:cNvPr>
          <p:cNvSpPr>
            <a:spLocks noGrp="1"/>
          </p:cNvSpPr>
          <p:nvPr>
            <p:ph type="dt" sz="half" idx="10"/>
          </p:nvPr>
        </p:nvSpPr>
        <p:spPr/>
        <p:txBody>
          <a:bodyPr/>
          <a:lstStyle/>
          <a:p>
            <a:fld id="{83242F91-AB49-409D-93CC-0C16C5444343}" type="datetime1">
              <a:rPr lang="en-IN" smtClean="0"/>
              <a:t>18-12-2025</a:t>
            </a:fld>
            <a:endParaRPr lang="en-IN" dirty="0"/>
          </a:p>
        </p:txBody>
      </p:sp>
      <p:sp>
        <p:nvSpPr>
          <p:cNvPr id="3" name="Footer Placeholder 2">
            <a:extLst>
              <a:ext uri="{FF2B5EF4-FFF2-40B4-BE49-F238E27FC236}">
                <a16:creationId xmlns:a16="http://schemas.microsoft.com/office/drawing/2014/main" id="{1C73B5A2-F818-84B9-F8FC-4A1BB93B8E5D}"/>
              </a:ext>
            </a:extLst>
          </p:cNvPr>
          <p:cNvSpPr>
            <a:spLocks noGrp="1"/>
          </p:cNvSpPr>
          <p:nvPr>
            <p:ph type="ftr" sz="quarter" idx="11"/>
          </p:nvPr>
        </p:nvSpPr>
        <p:spPr/>
        <p:txBody>
          <a:bodyPr/>
          <a:lstStyle/>
          <a:p>
            <a:r>
              <a:rPr lang="en-US" dirty="0"/>
              <a:t>Review No.  3       Batch No.   AB3       Department of CSE</a:t>
            </a:r>
            <a:endParaRPr lang="en-IN" dirty="0"/>
          </a:p>
        </p:txBody>
      </p:sp>
      <p:sp>
        <p:nvSpPr>
          <p:cNvPr id="4" name="Slide Number Placeholder 3">
            <a:extLst>
              <a:ext uri="{FF2B5EF4-FFF2-40B4-BE49-F238E27FC236}">
                <a16:creationId xmlns:a16="http://schemas.microsoft.com/office/drawing/2014/main" id="{0FFF0A31-B71C-661A-832E-FC6569D97A64}"/>
              </a:ext>
            </a:extLst>
          </p:cNvPr>
          <p:cNvSpPr>
            <a:spLocks noGrp="1"/>
          </p:cNvSpPr>
          <p:nvPr>
            <p:ph type="sldNum" sz="quarter" idx="12"/>
          </p:nvPr>
        </p:nvSpPr>
        <p:spPr/>
        <p:txBody>
          <a:bodyPr/>
          <a:lstStyle/>
          <a:p>
            <a:fld id="{65DCBD69-296B-4D7C-AF62-9B588FC78772}" type="slidenum">
              <a:rPr lang="en-IN" smtClean="0"/>
              <a:t>20</a:t>
            </a:fld>
            <a:endParaRPr lang="en-IN"/>
          </a:p>
        </p:txBody>
      </p:sp>
      <p:sp>
        <p:nvSpPr>
          <p:cNvPr id="11" name="TextBox 10">
            <a:extLst>
              <a:ext uri="{FF2B5EF4-FFF2-40B4-BE49-F238E27FC236}">
                <a16:creationId xmlns:a16="http://schemas.microsoft.com/office/drawing/2014/main" id="{8775D7D3-307C-5FBE-2FDD-AAD36DB8D633}"/>
              </a:ext>
            </a:extLst>
          </p:cNvPr>
          <p:cNvSpPr txBox="1"/>
          <p:nvPr/>
        </p:nvSpPr>
        <p:spPr>
          <a:xfrm>
            <a:off x="3572135" y="1276235"/>
            <a:ext cx="5486400" cy="769441"/>
          </a:xfrm>
          <a:prstGeom prst="rect">
            <a:avLst/>
          </a:prstGeom>
          <a:noFill/>
        </p:spPr>
        <p:txBody>
          <a:bodyPr wrap="square" rtlCol="0">
            <a:spAutoFit/>
          </a:bodyPr>
          <a:lstStyle/>
          <a:p>
            <a:pPr algn="ctr"/>
            <a:r>
              <a:rPr lang="en-IN" sz="4400" dirty="0"/>
              <a:t>A. Pre-Processing</a:t>
            </a:r>
          </a:p>
        </p:txBody>
      </p:sp>
      <p:pic>
        <p:nvPicPr>
          <p:cNvPr id="9" name="Content Placeholder 8">
            <a:extLst>
              <a:ext uri="{FF2B5EF4-FFF2-40B4-BE49-F238E27FC236}">
                <a16:creationId xmlns:a16="http://schemas.microsoft.com/office/drawing/2014/main" id="{554381BA-FD47-52BC-F10F-7D7C94BC9B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29350" y="2711987"/>
            <a:ext cx="5733299" cy="2578613"/>
          </a:xfrm>
        </p:spPr>
      </p:pic>
    </p:spTree>
    <p:extLst>
      <p:ext uri="{BB962C8B-B14F-4D97-AF65-F5344CB8AC3E}">
        <p14:creationId xmlns:p14="http://schemas.microsoft.com/office/powerpoint/2010/main" val="62786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0DBA71-92D9-8A6D-9D6B-04377BA994AB}"/>
              </a:ext>
            </a:extLst>
          </p:cNvPr>
          <p:cNvSpPr>
            <a:spLocks noGrp="1"/>
          </p:cNvSpPr>
          <p:nvPr>
            <p:ph type="dt" sz="half" idx="10"/>
          </p:nvPr>
        </p:nvSpPr>
        <p:spPr/>
        <p:txBody>
          <a:bodyPr/>
          <a:lstStyle/>
          <a:p>
            <a:fld id="{83242F91-AB49-409D-93CC-0C16C5444343}" type="datetime1">
              <a:rPr lang="en-IN" smtClean="0"/>
              <a:t>18-12-2025</a:t>
            </a:fld>
            <a:endParaRPr lang="en-IN"/>
          </a:p>
        </p:txBody>
      </p:sp>
      <p:sp>
        <p:nvSpPr>
          <p:cNvPr id="3" name="Footer Placeholder 2">
            <a:extLst>
              <a:ext uri="{FF2B5EF4-FFF2-40B4-BE49-F238E27FC236}">
                <a16:creationId xmlns:a16="http://schemas.microsoft.com/office/drawing/2014/main" id="{1C73B5A2-F818-84B9-F8FC-4A1BB93B8E5D}"/>
              </a:ext>
            </a:extLst>
          </p:cNvPr>
          <p:cNvSpPr>
            <a:spLocks noGrp="1"/>
          </p:cNvSpPr>
          <p:nvPr>
            <p:ph type="ftr" sz="quarter" idx="11"/>
          </p:nvPr>
        </p:nvSpPr>
        <p:spPr/>
        <p:txBody>
          <a:bodyPr/>
          <a:lstStyle/>
          <a:p>
            <a:r>
              <a:rPr lang="en-US" dirty="0"/>
              <a:t>Review No.  3       Batch No.   AB3      Department of CSE</a:t>
            </a:r>
            <a:endParaRPr lang="en-IN" dirty="0"/>
          </a:p>
        </p:txBody>
      </p:sp>
      <p:sp>
        <p:nvSpPr>
          <p:cNvPr id="4" name="Slide Number Placeholder 3">
            <a:extLst>
              <a:ext uri="{FF2B5EF4-FFF2-40B4-BE49-F238E27FC236}">
                <a16:creationId xmlns:a16="http://schemas.microsoft.com/office/drawing/2014/main" id="{0FFF0A31-B71C-661A-832E-FC6569D97A64}"/>
              </a:ext>
            </a:extLst>
          </p:cNvPr>
          <p:cNvSpPr>
            <a:spLocks noGrp="1"/>
          </p:cNvSpPr>
          <p:nvPr>
            <p:ph type="sldNum" sz="quarter" idx="12"/>
          </p:nvPr>
        </p:nvSpPr>
        <p:spPr/>
        <p:txBody>
          <a:bodyPr/>
          <a:lstStyle/>
          <a:p>
            <a:fld id="{65DCBD69-296B-4D7C-AF62-9B588FC78772}" type="slidenum">
              <a:rPr lang="en-IN" smtClean="0"/>
              <a:t>21</a:t>
            </a:fld>
            <a:endParaRPr lang="en-IN"/>
          </a:p>
        </p:txBody>
      </p:sp>
      <p:sp>
        <p:nvSpPr>
          <p:cNvPr id="11" name="TextBox 10">
            <a:extLst>
              <a:ext uri="{FF2B5EF4-FFF2-40B4-BE49-F238E27FC236}">
                <a16:creationId xmlns:a16="http://schemas.microsoft.com/office/drawing/2014/main" id="{8775D7D3-307C-5FBE-2FDD-AAD36DB8D633}"/>
              </a:ext>
            </a:extLst>
          </p:cNvPr>
          <p:cNvSpPr txBox="1"/>
          <p:nvPr/>
        </p:nvSpPr>
        <p:spPr>
          <a:xfrm>
            <a:off x="2900266" y="1120961"/>
            <a:ext cx="5486400" cy="954107"/>
          </a:xfrm>
          <a:prstGeom prst="rect">
            <a:avLst/>
          </a:prstGeom>
          <a:noFill/>
        </p:spPr>
        <p:txBody>
          <a:bodyPr wrap="square" rtlCol="0">
            <a:spAutoFit/>
          </a:bodyPr>
          <a:lstStyle/>
          <a:p>
            <a:pPr algn="ctr"/>
            <a:r>
              <a:rPr lang="en-IN" sz="2800" dirty="0"/>
              <a:t>B. Results with Transfer-Based Classification </a:t>
            </a:r>
          </a:p>
        </p:txBody>
      </p:sp>
      <p:pic>
        <p:nvPicPr>
          <p:cNvPr id="9" name="Content Placeholder 8">
            <a:extLst>
              <a:ext uri="{FF2B5EF4-FFF2-40B4-BE49-F238E27FC236}">
                <a16:creationId xmlns:a16="http://schemas.microsoft.com/office/drawing/2014/main" id="{E0451E35-2372-2AFB-A949-F53C9DEC96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57456" y="2354799"/>
            <a:ext cx="6245364" cy="3721615"/>
          </a:xfrm>
        </p:spPr>
      </p:pic>
    </p:spTree>
    <p:extLst>
      <p:ext uri="{BB962C8B-B14F-4D97-AF65-F5344CB8AC3E}">
        <p14:creationId xmlns:p14="http://schemas.microsoft.com/office/powerpoint/2010/main" val="4054756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52F96-764E-69BE-D709-C6BBD279ED77}"/>
              </a:ext>
            </a:extLst>
          </p:cNvPr>
          <p:cNvSpPr>
            <a:spLocks noGrp="1"/>
          </p:cNvSpPr>
          <p:nvPr>
            <p:ph type="title"/>
          </p:nvPr>
        </p:nvSpPr>
        <p:spPr>
          <a:xfrm>
            <a:off x="2723535" y="933061"/>
            <a:ext cx="6112556" cy="713177"/>
          </a:xfrm>
        </p:spPr>
        <p:txBody>
          <a:bodyPr>
            <a:normAutofit fontScale="90000"/>
          </a:bodyPr>
          <a:lstStyle/>
          <a:p>
            <a:r>
              <a:rPr lang="en-IN" sz="3600" b="1" dirty="0" err="1"/>
              <a:t>C.Logistic</a:t>
            </a:r>
            <a:r>
              <a:rPr lang="en-IN" sz="3600" b="1" dirty="0"/>
              <a:t> Regression Classification Output</a:t>
            </a:r>
          </a:p>
        </p:txBody>
      </p:sp>
      <p:sp>
        <p:nvSpPr>
          <p:cNvPr id="4" name="Date Placeholder 3">
            <a:extLst>
              <a:ext uri="{FF2B5EF4-FFF2-40B4-BE49-F238E27FC236}">
                <a16:creationId xmlns:a16="http://schemas.microsoft.com/office/drawing/2014/main" id="{314C10DF-5BDA-B6C1-E7D8-CCE0ED0FC76E}"/>
              </a:ext>
            </a:extLst>
          </p:cNvPr>
          <p:cNvSpPr>
            <a:spLocks noGrp="1"/>
          </p:cNvSpPr>
          <p:nvPr>
            <p:ph type="dt" sz="half" idx="10"/>
          </p:nvPr>
        </p:nvSpPr>
        <p:spPr/>
        <p:txBody>
          <a:bodyPr/>
          <a:lstStyle/>
          <a:p>
            <a:fld id="{35E7A069-8CF8-43D5-890A-A44A98E25D4C}" type="datetime1">
              <a:rPr lang="en-IN" smtClean="0"/>
              <a:t>18-12-2025</a:t>
            </a:fld>
            <a:endParaRPr lang="en-IN"/>
          </a:p>
        </p:txBody>
      </p:sp>
      <p:sp>
        <p:nvSpPr>
          <p:cNvPr id="5" name="Footer Placeholder 4">
            <a:extLst>
              <a:ext uri="{FF2B5EF4-FFF2-40B4-BE49-F238E27FC236}">
                <a16:creationId xmlns:a16="http://schemas.microsoft.com/office/drawing/2014/main" id="{B2A53B07-ADFF-9756-E6F2-3802BB5B88F6}"/>
              </a:ext>
            </a:extLst>
          </p:cNvPr>
          <p:cNvSpPr>
            <a:spLocks noGrp="1"/>
          </p:cNvSpPr>
          <p:nvPr>
            <p:ph type="ftr" sz="quarter" idx="11"/>
          </p:nvPr>
        </p:nvSpPr>
        <p:spPr/>
        <p:txBody>
          <a:bodyPr/>
          <a:lstStyle/>
          <a:p>
            <a:r>
              <a:rPr lang="en-US" dirty="0"/>
              <a:t>Review No.  3       Batch No.   AB3      Department of CSE</a:t>
            </a:r>
            <a:endParaRPr lang="en-IN" dirty="0"/>
          </a:p>
        </p:txBody>
      </p:sp>
      <p:sp>
        <p:nvSpPr>
          <p:cNvPr id="6" name="Slide Number Placeholder 5">
            <a:extLst>
              <a:ext uri="{FF2B5EF4-FFF2-40B4-BE49-F238E27FC236}">
                <a16:creationId xmlns:a16="http://schemas.microsoft.com/office/drawing/2014/main" id="{D6BB0DB2-0271-73F6-DA83-395358119396}"/>
              </a:ext>
            </a:extLst>
          </p:cNvPr>
          <p:cNvSpPr>
            <a:spLocks noGrp="1"/>
          </p:cNvSpPr>
          <p:nvPr>
            <p:ph type="sldNum" sz="quarter" idx="12"/>
          </p:nvPr>
        </p:nvSpPr>
        <p:spPr/>
        <p:txBody>
          <a:bodyPr/>
          <a:lstStyle/>
          <a:p>
            <a:fld id="{65DCBD69-296B-4D7C-AF62-9B588FC78772}" type="slidenum">
              <a:rPr lang="en-IN" smtClean="0"/>
              <a:t>22</a:t>
            </a:fld>
            <a:endParaRPr lang="en-IN"/>
          </a:p>
        </p:txBody>
      </p:sp>
      <p:pic>
        <p:nvPicPr>
          <p:cNvPr id="10" name="Content Placeholder 9">
            <a:extLst>
              <a:ext uri="{FF2B5EF4-FFF2-40B4-BE49-F238E27FC236}">
                <a16:creationId xmlns:a16="http://schemas.microsoft.com/office/drawing/2014/main" id="{3C80044F-7EB5-8FF1-29D3-C57C21F678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3372" y="1825625"/>
            <a:ext cx="5305256" cy="4351338"/>
          </a:xfrm>
        </p:spPr>
      </p:pic>
    </p:spTree>
    <p:extLst>
      <p:ext uri="{BB962C8B-B14F-4D97-AF65-F5344CB8AC3E}">
        <p14:creationId xmlns:p14="http://schemas.microsoft.com/office/powerpoint/2010/main" val="3702717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0DBA71-92D9-8A6D-9D6B-04377BA994AB}"/>
              </a:ext>
            </a:extLst>
          </p:cNvPr>
          <p:cNvSpPr>
            <a:spLocks noGrp="1"/>
          </p:cNvSpPr>
          <p:nvPr>
            <p:ph type="dt" sz="half" idx="10"/>
          </p:nvPr>
        </p:nvSpPr>
        <p:spPr/>
        <p:txBody>
          <a:bodyPr/>
          <a:lstStyle/>
          <a:p>
            <a:fld id="{83242F91-AB49-409D-93CC-0C16C5444343}" type="datetime1">
              <a:rPr lang="en-IN" smtClean="0"/>
              <a:t>18-12-2025</a:t>
            </a:fld>
            <a:endParaRPr lang="en-IN"/>
          </a:p>
        </p:txBody>
      </p:sp>
      <p:sp>
        <p:nvSpPr>
          <p:cNvPr id="3" name="Footer Placeholder 2">
            <a:extLst>
              <a:ext uri="{FF2B5EF4-FFF2-40B4-BE49-F238E27FC236}">
                <a16:creationId xmlns:a16="http://schemas.microsoft.com/office/drawing/2014/main" id="{1C73B5A2-F818-84B9-F8FC-4A1BB93B8E5D}"/>
              </a:ext>
            </a:extLst>
          </p:cNvPr>
          <p:cNvSpPr>
            <a:spLocks noGrp="1"/>
          </p:cNvSpPr>
          <p:nvPr>
            <p:ph type="ftr" sz="quarter" idx="11"/>
          </p:nvPr>
        </p:nvSpPr>
        <p:spPr/>
        <p:txBody>
          <a:bodyPr/>
          <a:lstStyle/>
          <a:p>
            <a:r>
              <a:rPr lang="en-US" dirty="0"/>
              <a:t>Review No.  3       Batch No.   AB3       Department of CSE</a:t>
            </a:r>
            <a:endParaRPr lang="en-IN" dirty="0"/>
          </a:p>
        </p:txBody>
      </p:sp>
      <p:sp>
        <p:nvSpPr>
          <p:cNvPr id="4" name="Slide Number Placeholder 3">
            <a:extLst>
              <a:ext uri="{FF2B5EF4-FFF2-40B4-BE49-F238E27FC236}">
                <a16:creationId xmlns:a16="http://schemas.microsoft.com/office/drawing/2014/main" id="{0FFF0A31-B71C-661A-832E-FC6569D97A64}"/>
              </a:ext>
            </a:extLst>
          </p:cNvPr>
          <p:cNvSpPr>
            <a:spLocks noGrp="1"/>
          </p:cNvSpPr>
          <p:nvPr>
            <p:ph type="sldNum" sz="quarter" idx="12"/>
          </p:nvPr>
        </p:nvSpPr>
        <p:spPr/>
        <p:txBody>
          <a:bodyPr/>
          <a:lstStyle/>
          <a:p>
            <a:fld id="{65DCBD69-296B-4D7C-AF62-9B588FC78772}" type="slidenum">
              <a:rPr lang="en-IN" smtClean="0"/>
              <a:t>23</a:t>
            </a:fld>
            <a:endParaRPr lang="en-IN"/>
          </a:p>
        </p:txBody>
      </p:sp>
      <p:sp>
        <p:nvSpPr>
          <p:cNvPr id="11" name="TextBox 10">
            <a:extLst>
              <a:ext uri="{FF2B5EF4-FFF2-40B4-BE49-F238E27FC236}">
                <a16:creationId xmlns:a16="http://schemas.microsoft.com/office/drawing/2014/main" id="{8775D7D3-307C-5FBE-2FDD-AAD36DB8D633}"/>
              </a:ext>
            </a:extLst>
          </p:cNvPr>
          <p:cNvSpPr txBox="1"/>
          <p:nvPr/>
        </p:nvSpPr>
        <p:spPr>
          <a:xfrm>
            <a:off x="3581400" y="876797"/>
            <a:ext cx="5486400" cy="769441"/>
          </a:xfrm>
          <a:prstGeom prst="rect">
            <a:avLst/>
          </a:prstGeom>
          <a:noFill/>
        </p:spPr>
        <p:txBody>
          <a:bodyPr wrap="square" rtlCol="0">
            <a:spAutoFit/>
          </a:bodyPr>
          <a:lstStyle/>
          <a:p>
            <a:pPr algn="ctr"/>
            <a:r>
              <a:rPr lang="en-IN" sz="4400" dirty="0"/>
              <a:t>D. Evaluation Metrics</a:t>
            </a:r>
          </a:p>
        </p:txBody>
      </p:sp>
      <p:pic>
        <p:nvPicPr>
          <p:cNvPr id="8" name="Content Placeholder 7">
            <a:extLst>
              <a:ext uri="{FF2B5EF4-FFF2-40B4-BE49-F238E27FC236}">
                <a16:creationId xmlns:a16="http://schemas.microsoft.com/office/drawing/2014/main" id="{56A16CA6-EB2D-5126-B987-1C8D18FB02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47760" y="2319897"/>
            <a:ext cx="4696480" cy="3362794"/>
          </a:xfrm>
        </p:spPr>
      </p:pic>
    </p:spTree>
    <p:extLst>
      <p:ext uri="{BB962C8B-B14F-4D97-AF65-F5344CB8AC3E}">
        <p14:creationId xmlns:p14="http://schemas.microsoft.com/office/powerpoint/2010/main" val="909807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0DBA71-92D9-8A6D-9D6B-04377BA994AB}"/>
              </a:ext>
            </a:extLst>
          </p:cNvPr>
          <p:cNvSpPr>
            <a:spLocks noGrp="1"/>
          </p:cNvSpPr>
          <p:nvPr>
            <p:ph type="dt" sz="half" idx="10"/>
          </p:nvPr>
        </p:nvSpPr>
        <p:spPr/>
        <p:txBody>
          <a:bodyPr/>
          <a:lstStyle/>
          <a:p>
            <a:fld id="{83242F91-AB49-409D-93CC-0C16C5444343}" type="datetime1">
              <a:rPr lang="en-IN" smtClean="0"/>
              <a:t>18-12-2025</a:t>
            </a:fld>
            <a:endParaRPr lang="en-IN"/>
          </a:p>
        </p:txBody>
      </p:sp>
      <p:sp>
        <p:nvSpPr>
          <p:cNvPr id="3" name="Footer Placeholder 2">
            <a:extLst>
              <a:ext uri="{FF2B5EF4-FFF2-40B4-BE49-F238E27FC236}">
                <a16:creationId xmlns:a16="http://schemas.microsoft.com/office/drawing/2014/main" id="{1C73B5A2-F818-84B9-F8FC-4A1BB93B8E5D}"/>
              </a:ext>
            </a:extLst>
          </p:cNvPr>
          <p:cNvSpPr>
            <a:spLocks noGrp="1"/>
          </p:cNvSpPr>
          <p:nvPr>
            <p:ph type="ftr" sz="quarter" idx="11"/>
          </p:nvPr>
        </p:nvSpPr>
        <p:spPr/>
        <p:txBody>
          <a:bodyPr/>
          <a:lstStyle/>
          <a:p>
            <a:r>
              <a:rPr lang="en-US" dirty="0"/>
              <a:t>Review No.  3       Batch No.   AB3       Department of CSE</a:t>
            </a:r>
            <a:endParaRPr lang="en-IN" dirty="0"/>
          </a:p>
        </p:txBody>
      </p:sp>
      <p:sp>
        <p:nvSpPr>
          <p:cNvPr id="4" name="Slide Number Placeholder 3">
            <a:extLst>
              <a:ext uri="{FF2B5EF4-FFF2-40B4-BE49-F238E27FC236}">
                <a16:creationId xmlns:a16="http://schemas.microsoft.com/office/drawing/2014/main" id="{0FFF0A31-B71C-661A-832E-FC6569D97A64}"/>
              </a:ext>
            </a:extLst>
          </p:cNvPr>
          <p:cNvSpPr>
            <a:spLocks noGrp="1"/>
          </p:cNvSpPr>
          <p:nvPr>
            <p:ph type="sldNum" sz="quarter" idx="12"/>
          </p:nvPr>
        </p:nvSpPr>
        <p:spPr/>
        <p:txBody>
          <a:bodyPr/>
          <a:lstStyle/>
          <a:p>
            <a:fld id="{65DCBD69-296B-4D7C-AF62-9B588FC78772}" type="slidenum">
              <a:rPr lang="en-IN" smtClean="0"/>
              <a:t>24</a:t>
            </a:fld>
            <a:endParaRPr lang="en-IN"/>
          </a:p>
        </p:txBody>
      </p:sp>
      <p:sp>
        <p:nvSpPr>
          <p:cNvPr id="11" name="TextBox 10">
            <a:extLst>
              <a:ext uri="{FF2B5EF4-FFF2-40B4-BE49-F238E27FC236}">
                <a16:creationId xmlns:a16="http://schemas.microsoft.com/office/drawing/2014/main" id="{8775D7D3-307C-5FBE-2FDD-AAD36DB8D633}"/>
              </a:ext>
            </a:extLst>
          </p:cNvPr>
          <p:cNvSpPr txBox="1"/>
          <p:nvPr/>
        </p:nvSpPr>
        <p:spPr>
          <a:xfrm>
            <a:off x="3524009" y="764401"/>
            <a:ext cx="5486400" cy="769441"/>
          </a:xfrm>
          <a:prstGeom prst="rect">
            <a:avLst/>
          </a:prstGeom>
          <a:noFill/>
        </p:spPr>
        <p:txBody>
          <a:bodyPr wrap="square" rtlCol="0">
            <a:spAutoFit/>
          </a:bodyPr>
          <a:lstStyle/>
          <a:p>
            <a:pPr algn="ctr"/>
            <a:r>
              <a:rPr lang="en-IN" sz="4400" dirty="0"/>
              <a:t>E</a:t>
            </a:r>
            <a:r>
              <a:rPr lang="en-IN" sz="4400"/>
              <a:t>. </a:t>
            </a:r>
            <a:r>
              <a:rPr lang="en-IN" sz="4400" dirty="0"/>
              <a:t>User Interface</a:t>
            </a:r>
          </a:p>
        </p:txBody>
      </p:sp>
      <p:sp>
        <p:nvSpPr>
          <p:cNvPr id="8" name="Content Placeholder 7">
            <a:extLst>
              <a:ext uri="{FF2B5EF4-FFF2-40B4-BE49-F238E27FC236}">
                <a16:creationId xmlns:a16="http://schemas.microsoft.com/office/drawing/2014/main" id="{24A8887D-6114-D0B7-FF6C-2275F8530DF7}"/>
              </a:ext>
            </a:extLst>
          </p:cNvPr>
          <p:cNvSpPr>
            <a:spLocks noGrp="1"/>
          </p:cNvSpPr>
          <p:nvPr>
            <p:ph idx="1"/>
          </p:nvPr>
        </p:nvSpPr>
        <p:spPr/>
        <p:txBody>
          <a:bodyPr/>
          <a:lstStyle/>
          <a:p>
            <a:endParaRPr lang="en-IN"/>
          </a:p>
        </p:txBody>
      </p:sp>
      <p:pic>
        <p:nvPicPr>
          <p:cNvPr id="2050" name="Picture 2" descr="Driver Drowsiness Detection with OpenCV &amp; Dlib - TechVidvan">
            <a:extLst>
              <a:ext uri="{FF2B5EF4-FFF2-40B4-BE49-F238E27FC236}">
                <a16:creationId xmlns:a16="http://schemas.microsoft.com/office/drawing/2014/main" id="{44B78FED-AEE9-9E15-1AB8-00FBC24864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013" y="1385888"/>
            <a:ext cx="10467975" cy="4086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9258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CONCLUSION and FUTURE SCOPE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algn="just"/>
            <a:r>
              <a:rPr lang="en-US" sz="3200" dirty="0"/>
              <a:t>This work presents a lightweight driver drowsiness detection model integrating MobileNetV2 and logistic regression. It achieves high accuracy and robustness suitable for real-time embedded deployment. Future work includes expanding dataset diversity, incorporating temporal analysis for video-based monitoring, and optimizing inference speed for automotive systems.</a:t>
            </a:r>
          </a:p>
          <a:p>
            <a:pPr algn="just"/>
            <a:endParaRPr lang="en-US" sz="3200" dirty="0">
              <a:latin typeface="Times New Roman" panose="02020603050405020304" pitchFamily="18" charset="0"/>
              <a:cs typeface="Times New Roman" panose="02020603050405020304" pitchFamily="18" charset="0"/>
            </a:endParaRPr>
          </a:p>
          <a:p>
            <a:pPr algn="just"/>
            <a:endParaRPr lang="en-US" sz="2600" dirty="0">
              <a:latin typeface="Times New Roman" panose="02020603050405020304" pitchFamily="18" charset="0"/>
              <a:cs typeface="Times New Roman" panose="02020603050405020304" pitchFamily="18" charset="0"/>
            </a:endParaRPr>
          </a:p>
          <a:p>
            <a:pPr algn="just"/>
            <a:endParaRPr lang="en-US" sz="2600" dirty="0">
              <a:latin typeface="Times New Roman" panose="02020603050405020304" pitchFamily="18" charset="0"/>
              <a:cs typeface="Times New Roman" panose="02020603050405020304" pitchFamily="18" charset="0"/>
            </a:endParaRPr>
          </a:p>
          <a:p>
            <a:pPr algn="just"/>
            <a:endParaRPr lang="en-US" sz="26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799C30C-63EB-EF97-A751-E264CA054BFD}"/>
              </a:ext>
            </a:extLst>
          </p:cNvPr>
          <p:cNvSpPr>
            <a:spLocks noGrp="1"/>
          </p:cNvSpPr>
          <p:nvPr>
            <p:ph type="dt" sz="half" idx="10"/>
          </p:nvPr>
        </p:nvSpPr>
        <p:spPr/>
        <p:txBody>
          <a:bodyPr/>
          <a:lstStyle/>
          <a:p>
            <a:fld id="{03DEEFC3-2038-453C-A4D0-DE431556F5AF}" type="datetime1">
              <a:rPr lang="en-IN" smtClean="0"/>
              <a:t>18-12-2025</a:t>
            </a:fld>
            <a:endParaRPr lang="en-IN"/>
          </a:p>
        </p:txBody>
      </p:sp>
      <p:sp>
        <p:nvSpPr>
          <p:cNvPr id="3" name="Footer Placeholder 2">
            <a:extLst>
              <a:ext uri="{FF2B5EF4-FFF2-40B4-BE49-F238E27FC236}">
                <a16:creationId xmlns:a16="http://schemas.microsoft.com/office/drawing/2014/main" id="{EB6D0FB8-9386-11A3-420F-B6BD7CDDF9C3}"/>
              </a:ext>
            </a:extLst>
          </p:cNvPr>
          <p:cNvSpPr>
            <a:spLocks noGrp="1"/>
          </p:cNvSpPr>
          <p:nvPr>
            <p:ph type="ftr" sz="quarter" idx="11"/>
          </p:nvPr>
        </p:nvSpPr>
        <p:spPr/>
        <p:txBody>
          <a:bodyPr/>
          <a:lstStyle/>
          <a:p>
            <a:r>
              <a:rPr lang="en-US" dirty="0"/>
              <a:t>Review No.  3       Batch No.   AB3       Department of CSE</a:t>
            </a:r>
            <a:endParaRPr lang="en-IN" dirty="0"/>
          </a:p>
        </p:txBody>
      </p:sp>
      <p:sp>
        <p:nvSpPr>
          <p:cNvPr id="4" name="Slide Number Placeholder 3">
            <a:extLst>
              <a:ext uri="{FF2B5EF4-FFF2-40B4-BE49-F238E27FC236}">
                <a16:creationId xmlns:a16="http://schemas.microsoft.com/office/drawing/2014/main" id="{813D8B02-4971-6AFD-3523-84E9F21812B0}"/>
              </a:ext>
            </a:extLst>
          </p:cNvPr>
          <p:cNvSpPr>
            <a:spLocks noGrp="1"/>
          </p:cNvSpPr>
          <p:nvPr>
            <p:ph type="sldNum" sz="quarter" idx="12"/>
          </p:nvPr>
        </p:nvSpPr>
        <p:spPr/>
        <p:txBody>
          <a:bodyPr/>
          <a:lstStyle/>
          <a:p>
            <a:fld id="{65DCBD69-296B-4D7C-AF62-9B588FC78772}" type="slidenum">
              <a:rPr lang="en-IN" smtClean="0"/>
              <a:t>25</a:t>
            </a:fld>
            <a:endParaRPr lang="en-IN"/>
          </a:p>
        </p:txBody>
      </p:sp>
    </p:spTree>
    <p:extLst>
      <p:ext uri="{BB962C8B-B14F-4D97-AF65-F5344CB8AC3E}">
        <p14:creationId xmlns:p14="http://schemas.microsoft.com/office/powerpoint/2010/main" val="7053105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2" name="Date Placeholder 1">
            <a:extLst>
              <a:ext uri="{FF2B5EF4-FFF2-40B4-BE49-F238E27FC236}">
                <a16:creationId xmlns:a16="http://schemas.microsoft.com/office/drawing/2014/main" id="{9D87D4D0-1594-A7E9-4A9E-6422A1808FE1}"/>
              </a:ext>
            </a:extLst>
          </p:cNvPr>
          <p:cNvSpPr>
            <a:spLocks noGrp="1"/>
          </p:cNvSpPr>
          <p:nvPr>
            <p:ph type="dt" sz="half" idx="10"/>
          </p:nvPr>
        </p:nvSpPr>
        <p:spPr/>
        <p:txBody>
          <a:bodyPr/>
          <a:lstStyle/>
          <a:p>
            <a:fld id="{936866E4-C1DD-4168-9CB1-2A69469C9459}" type="datetime1">
              <a:rPr lang="en-IN" smtClean="0"/>
              <a:t>18-12-2025</a:t>
            </a:fld>
            <a:endParaRPr lang="en-IN"/>
          </a:p>
        </p:txBody>
      </p:sp>
      <p:sp>
        <p:nvSpPr>
          <p:cNvPr id="3" name="Footer Placeholder 2">
            <a:extLst>
              <a:ext uri="{FF2B5EF4-FFF2-40B4-BE49-F238E27FC236}">
                <a16:creationId xmlns:a16="http://schemas.microsoft.com/office/drawing/2014/main" id="{73F60856-5F1B-DE48-4BE8-299422E90228}"/>
              </a:ext>
            </a:extLst>
          </p:cNvPr>
          <p:cNvSpPr>
            <a:spLocks noGrp="1"/>
          </p:cNvSpPr>
          <p:nvPr>
            <p:ph type="ftr" sz="quarter" idx="11"/>
          </p:nvPr>
        </p:nvSpPr>
        <p:spPr/>
        <p:txBody>
          <a:bodyPr/>
          <a:lstStyle/>
          <a:p>
            <a:r>
              <a:rPr lang="en-US" dirty="0"/>
              <a:t>Review No.  3       Batch No.   AB3       Department of CSE</a:t>
            </a:r>
            <a:endParaRPr lang="en-IN" dirty="0"/>
          </a:p>
        </p:txBody>
      </p:sp>
      <p:sp>
        <p:nvSpPr>
          <p:cNvPr id="4" name="Slide Number Placeholder 3">
            <a:extLst>
              <a:ext uri="{FF2B5EF4-FFF2-40B4-BE49-F238E27FC236}">
                <a16:creationId xmlns:a16="http://schemas.microsoft.com/office/drawing/2014/main" id="{F4ADFAF6-635B-204A-9D63-FAA8996714D3}"/>
              </a:ext>
            </a:extLst>
          </p:cNvPr>
          <p:cNvSpPr>
            <a:spLocks noGrp="1"/>
          </p:cNvSpPr>
          <p:nvPr>
            <p:ph type="sldNum" sz="quarter" idx="12"/>
          </p:nvPr>
        </p:nvSpPr>
        <p:spPr/>
        <p:txBody>
          <a:bodyPr/>
          <a:lstStyle/>
          <a:p>
            <a:fld id="{65DCBD69-296B-4D7C-AF62-9B588FC78772}" type="slidenum">
              <a:rPr lang="en-IN" smtClean="0"/>
              <a:t>26</a:t>
            </a:fld>
            <a:endParaRPr lang="en-IN"/>
          </a:p>
        </p:txBody>
      </p:sp>
      <p:sp>
        <p:nvSpPr>
          <p:cNvPr id="6" name="Rectangle 2">
            <a:extLst>
              <a:ext uri="{FF2B5EF4-FFF2-40B4-BE49-F238E27FC236}">
                <a16:creationId xmlns:a16="http://schemas.microsoft.com/office/drawing/2014/main" id="{C0304F0C-8332-E7D0-DAB9-870B90909B1E}"/>
              </a:ext>
            </a:extLst>
          </p:cNvPr>
          <p:cNvSpPr>
            <a:spLocks noGrp="1" noChangeArrowheads="1"/>
          </p:cNvSpPr>
          <p:nvPr>
            <p:ph idx="1"/>
          </p:nvPr>
        </p:nvSpPr>
        <p:spPr bwMode="auto">
          <a:xfrm>
            <a:off x="223935" y="1452660"/>
            <a:ext cx="1112986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Xu et al., </a:t>
            </a:r>
            <a:r>
              <a:rPr kumimoji="0" lang="en-US" altLang="en-US" sz="2400" b="0" i="1" u="none" strike="noStrike" cap="none" normalizeH="0" baseline="0" dirty="0">
                <a:ln>
                  <a:noFill/>
                </a:ln>
                <a:solidFill>
                  <a:schemeClr val="tx1"/>
                </a:solidFill>
                <a:effectLst/>
                <a:latin typeface="Arial" panose="020B0604020202020204" pitchFamily="34" charset="0"/>
              </a:rPr>
              <a:t>Driver Fatigue Detection Using Eye States</a:t>
            </a:r>
            <a:r>
              <a:rPr kumimoji="0" lang="en-US" altLang="en-US" sz="2400" b="0" i="0" u="none" strike="noStrike" cap="none" normalizeH="0" baseline="0" dirty="0">
                <a:ln>
                  <a:noFill/>
                </a:ln>
                <a:solidFill>
                  <a:schemeClr val="tx1"/>
                </a:solidFill>
                <a:effectLst/>
                <a:latin typeface="Arial" panose="020B0604020202020204" pitchFamily="34" charset="0"/>
              </a:rPr>
              <a:t>, IEEE Access, 2022.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Kumar et al., </a:t>
            </a:r>
            <a:r>
              <a:rPr kumimoji="0" lang="en-US" altLang="en-US" sz="2400" b="0" i="1" u="none" strike="noStrike" cap="none" normalizeH="0" baseline="0" dirty="0">
                <a:ln>
                  <a:noFill/>
                </a:ln>
                <a:solidFill>
                  <a:schemeClr val="tx1"/>
                </a:solidFill>
                <a:effectLst/>
                <a:latin typeface="Arial" panose="020B0604020202020204" pitchFamily="34" charset="0"/>
              </a:rPr>
              <a:t>Driver Drunk Detection by Sensors</a:t>
            </a:r>
            <a:r>
              <a:rPr kumimoji="0" lang="en-US" altLang="en-US" sz="2400" b="0" i="0" u="none" strike="noStrike" cap="none" normalizeH="0" baseline="0" dirty="0">
                <a:ln>
                  <a:noFill/>
                </a:ln>
                <a:solidFill>
                  <a:schemeClr val="tx1"/>
                </a:solidFill>
                <a:effectLst/>
                <a:latin typeface="Arial" panose="020B0604020202020204" pitchFamily="34" charset="0"/>
              </a:rPr>
              <a:t>, Sensors Journal, 2021.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Park et al., </a:t>
            </a:r>
            <a:r>
              <a:rPr kumimoji="0" lang="en-US" altLang="en-US" sz="2400" b="0" i="1" u="none" strike="noStrike" cap="none" normalizeH="0" baseline="0" dirty="0">
                <a:ln>
                  <a:noFill/>
                </a:ln>
                <a:solidFill>
                  <a:schemeClr val="tx1"/>
                </a:solidFill>
                <a:effectLst/>
                <a:latin typeface="Arial" panose="020B0604020202020204" pitchFamily="34" charset="0"/>
              </a:rPr>
              <a:t>EEG and Eye Blink Fusion for Fatigue Detection</a:t>
            </a:r>
            <a:r>
              <a:rPr kumimoji="0" lang="en-US" altLang="en-US" sz="2400" b="0" i="0" u="none" strike="noStrike" cap="none" normalizeH="0" baseline="0" dirty="0">
                <a:ln>
                  <a:noFill/>
                </a:ln>
                <a:solidFill>
                  <a:schemeClr val="tx1"/>
                </a:solidFill>
                <a:effectLst/>
                <a:latin typeface="Arial" panose="020B0604020202020204" pitchFamily="34" charset="0"/>
              </a:rPr>
              <a:t>, BSPC, 2020.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Gupta et al., </a:t>
            </a:r>
            <a:r>
              <a:rPr kumimoji="0" lang="en-US" altLang="en-US" sz="2400" b="0" i="1" u="none" strike="noStrike" cap="none" normalizeH="0" baseline="0" dirty="0">
                <a:ln>
                  <a:noFill/>
                </a:ln>
                <a:solidFill>
                  <a:schemeClr val="tx1"/>
                </a:solidFill>
                <a:effectLst/>
                <a:latin typeface="Arial" panose="020B0604020202020204" pitchFamily="34" charset="0"/>
              </a:rPr>
              <a:t>Transfer Learning for Drowsiness Detection</a:t>
            </a:r>
            <a:r>
              <a:rPr kumimoji="0" lang="en-US" altLang="en-US" sz="2400" b="0" i="0" u="none" strike="noStrike" cap="none" normalizeH="0" baseline="0" dirty="0">
                <a:ln>
                  <a:noFill/>
                </a:ln>
                <a:solidFill>
                  <a:schemeClr val="tx1"/>
                </a:solidFill>
                <a:effectLst/>
                <a:latin typeface="Arial" panose="020B0604020202020204" pitchFamily="34" charset="0"/>
              </a:rPr>
              <a:t>, PRL, 2023.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Li et al., </a:t>
            </a:r>
            <a:r>
              <a:rPr kumimoji="0" lang="en-US" altLang="en-US" sz="2400" b="0" i="1" u="none" strike="noStrike" cap="none" normalizeH="0" baseline="0" dirty="0">
                <a:ln>
                  <a:noFill/>
                </a:ln>
                <a:solidFill>
                  <a:schemeClr val="tx1"/>
                </a:solidFill>
                <a:effectLst/>
                <a:latin typeface="Arial" panose="020B0604020202020204" pitchFamily="34" charset="0"/>
              </a:rPr>
              <a:t>Review on Eye Activity-Based Drowsiness Detection</a:t>
            </a:r>
            <a:r>
              <a:rPr kumimoji="0" lang="en-US" altLang="en-US" sz="2400" b="0" i="0" u="none" strike="noStrike" cap="none" normalizeH="0" baseline="0" dirty="0">
                <a:ln>
                  <a:noFill/>
                </a:ln>
                <a:solidFill>
                  <a:schemeClr val="tx1"/>
                </a:solidFill>
                <a:effectLst/>
                <a:latin typeface="Arial" panose="020B0604020202020204" pitchFamily="34" charset="0"/>
              </a:rPr>
              <a:t>, IEEE T-ITS, 2022.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Zhang et al., </a:t>
            </a:r>
            <a:r>
              <a:rPr kumimoji="0" lang="en-US" altLang="en-US" sz="2400" b="0" i="1" u="none" strike="noStrike" cap="none" normalizeH="0" baseline="0" dirty="0">
                <a:ln>
                  <a:noFill/>
                </a:ln>
                <a:solidFill>
                  <a:schemeClr val="tx1"/>
                </a:solidFill>
                <a:effectLst/>
                <a:latin typeface="Arial" panose="020B0604020202020204" pitchFamily="34" charset="0"/>
              </a:rPr>
              <a:t>Multi-Channel SOBI for Drowsiness Detection</a:t>
            </a:r>
            <a:r>
              <a:rPr kumimoji="0" lang="en-US" altLang="en-US" sz="2400" b="0" i="0" u="none" strike="noStrike" cap="none" normalizeH="0" baseline="0" dirty="0">
                <a:ln>
                  <a:noFill/>
                </a:ln>
                <a:solidFill>
                  <a:schemeClr val="tx1"/>
                </a:solidFill>
                <a:effectLst/>
                <a:latin typeface="Arial" panose="020B0604020202020204" pitchFamily="34" charset="0"/>
              </a:rPr>
              <a:t>, Neurocomputing, 2021.</a:t>
            </a:r>
          </a:p>
        </p:txBody>
      </p:sp>
    </p:spTree>
    <p:extLst>
      <p:ext uri="{BB962C8B-B14F-4D97-AF65-F5344CB8AC3E}">
        <p14:creationId xmlns:p14="http://schemas.microsoft.com/office/powerpoint/2010/main" val="2153494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QUESTIONS and ANSWERS</a:t>
            </a:r>
          </a:p>
        </p:txBody>
      </p:sp>
      <p:pic>
        <p:nvPicPr>
          <p:cNvPr id="2052" name="Picture 4" descr="Blog | Heaps and Doyle">
            <a:extLst>
              <a:ext uri="{FF2B5EF4-FFF2-40B4-BE49-F238E27FC236}">
                <a16:creationId xmlns:a16="http://schemas.microsoft.com/office/drawing/2014/main" id="{54CD5505-2B75-CFEE-DC85-79BD8FDC22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4752" y="1493134"/>
            <a:ext cx="5522495" cy="4289196"/>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958FAADC-11B5-8808-6718-EFB0171845FA}"/>
              </a:ext>
            </a:extLst>
          </p:cNvPr>
          <p:cNvSpPr>
            <a:spLocks noGrp="1"/>
          </p:cNvSpPr>
          <p:nvPr>
            <p:ph type="dt" sz="half" idx="10"/>
          </p:nvPr>
        </p:nvSpPr>
        <p:spPr/>
        <p:txBody>
          <a:bodyPr/>
          <a:lstStyle/>
          <a:p>
            <a:fld id="{A437E762-5293-45E7-9A60-7F18C622639D}" type="datetime1">
              <a:rPr lang="en-IN" smtClean="0"/>
              <a:t>18-12-2025</a:t>
            </a:fld>
            <a:endParaRPr lang="en-IN"/>
          </a:p>
        </p:txBody>
      </p:sp>
      <p:sp>
        <p:nvSpPr>
          <p:cNvPr id="10" name="Footer Placeholder 9">
            <a:extLst>
              <a:ext uri="{FF2B5EF4-FFF2-40B4-BE49-F238E27FC236}">
                <a16:creationId xmlns:a16="http://schemas.microsoft.com/office/drawing/2014/main" id="{323FA5AB-27AF-1711-3A14-CE1A5C363F96}"/>
              </a:ext>
            </a:extLst>
          </p:cNvPr>
          <p:cNvSpPr>
            <a:spLocks noGrp="1"/>
          </p:cNvSpPr>
          <p:nvPr>
            <p:ph type="ftr" sz="quarter" idx="11"/>
          </p:nvPr>
        </p:nvSpPr>
        <p:spPr/>
        <p:txBody>
          <a:bodyPr/>
          <a:lstStyle/>
          <a:p>
            <a:r>
              <a:rPr lang="en-US" dirty="0"/>
              <a:t>Review No.  3       Batch No.   AB3       Department of CSE</a:t>
            </a:r>
            <a:endParaRPr lang="en-IN" dirty="0"/>
          </a:p>
        </p:txBody>
      </p:sp>
      <p:sp>
        <p:nvSpPr>
          <p:cNvPr id="11" name="Slide Number Placeholder 10">
            <a:extLst>
              <a:ext uri="{FF2B5EF4-FFF2-40B4-BE49-F238E27FC236}">
                <a16:creationId xmlns:a16="http://schemas.microsoft.com/office/drawing/2014/main" id="{D358B7F6-8401-A28E-978F-89E42A28E273}"/>
              </a:ext>
            </a:extLst>
          </p:cNvPr>
          <p:cNvSpPr>
            <a:spLocks noGrp="1"/>
          </p:cNvSpPr>
          <p:nvPr>
            <p:ph type="sldNum" sz="quarter" idx="12"/>
          </p:nvPr>
        </p:nvSpPr>
        <p:spPr/>
        <p:txBody>
          <a:bodyPr/>
          <a:lstStyle/>
          <a:p>
            <a:fld id="{65DCBD69-296B-4D7C-AF62-9B588FC78772}" type="slidenum">
              <a:rPr lang="en-IN" smtClean="0"/>
              <a:t>27</a:t>
            </a:fld>
            <a:endParaRPr lang="en-IN"/>
          </a:p>
        </p:txBody>
      </p:sp>
    </p:spTree>
    <p:extLst>
      <p:ext uri="{BB962C8B-B14F-4D97-AF65-F5344CB8AC3E}">
        <p14:creationId xmlns:p14="http://schemas.microsoft.com/office/powerpoint/2010/main" val="2924977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ACKNOWLEGEMENTS</a:t>
            </a:r>
          </a:p>
        </p:txBody>
      </p:sp>
      <p:pic>
        <p:nvPicPr>
          <p:cNvPr id="2" name="Picture 2">
            <a:extLst>
              <a:ext uri="{FF2B5EF4-FFF2-40B4-BE49-F238E27FC236}">
                <a16:creationId xmlns:a16="http://schemas.microsoft.com/office/drawing/2014/main" id="{D1EB2360-2A4C-D175-77EC-361B2F321D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5957" y="2045368"/>
            <a:ext cx="4002504" cy="31890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D1FE919F-39F6-9EF3-D345-D0B6907120EA}"/>
              </a:ext>
            </a:extLst>
          </p:cNvPr>
          <p:cNvSpPr>
            <a:spLocks noGrp="1"/>
          </p:cNvSpPr>
          <p:nvPr>
            <p:ph type="dt" sz="half" idx="10"/>
          </p:nvPr>
        </p:nvSpPr>
        <p:spPr/>
        <p:txBody>
          <a:bodyPr/>
          <a:lstStyle/>
          <a:p>
            <a:fld id="{D927CD84-5468-4CD1-8B02-A1E73E7AE03D}" type="datetime1">
              <a:rPr lang="en-IN" smtClean="0"/>
              <a:t>18-12-2025</a:t>
            </a:fld>
            <a:endParaRPr lang="en-IN"/>
          </a:p>
        </p:txBody>
      </p:sp>
      <p:sp>
        <p:nvSpPr>
          <p:cNvPr id="4" name="Footer Placeholder 3">
            <a:extLst>
              <a:ext uri="{FF2B5EF4-FFF2-40B4-BE49-F238E27FC236}">
                <a16:creationId xmlns:a16="http://schemas.microsoft.com/office/drawing/2014/main" id="{9580C236-7B98-FEC3-C82B-4A166D31AFAC}"/>
              </a:ext>
            </a:extLst>
          </p:cNvPr>
          <p:cNvSpPr>
            <a:spLocks noGrp="1"/>
          </p:cNvSpPr>
          <p:nvPr>
            <p:ph type="ftr" sz="quarter" idx="11"/>
          </p:nvPr>
        </p:nvSpPr>
        <p:spPr/>
        <p:txBody>
          <a:bodyPr/>
          <a:lstStyle/>
          <a:p>
            <a:r>
              <a:rPr lang="en-US" dirty="0"/>
              <a:t>Review No.  3       Batch No.   AB3       Department of CSE</a:t>
            </a:r>
            <a:endParaRPr lang="en-IN" dirty="0"/>
          </a:p>
        </p:txBody>
      </p:sp>
      <p:sp>
        <p:nvSpPr>
          <p:cNvPr id="10" name="Slide Number Placeholder 9">
            <a:extLst>
              <a:ext uri="{FF2B5EF4-FFF2-40B4-BE49-F238E27FC236}">
                <a16:creationId xmlns:a16="http://schemas.microsoft.com/office/drawing/2014/main" id="{19906E61-DB52-9F5D-503A-42A52C413878}"/>
              </a:ext>
            </a:extLst>
          </p:cNvPr>
          <p:cNvSpPr>
            <a:spLocks noGrp="1"/>
          </p:cNvSpPr>
          <p:nvPr>
            <p:ph type="sldNum" sz="quarter" idx="12"/>
          </p:nvPr>
        </p:nvSpPr>
        <p:spPr/>
        <p:txBody>
          <a:bodyPr/>
          <a:lstStyle/>
          <a:p>
            <a:fld id="{65DCBD69-296B-4D7C-AF62-9B588FC78772}" type="slidenum">
              <a:rPr lang="en-IN" smtClean="0"/>
              <a:t>28</a:t>
            </a:fld>
            <a:endParaRPr lang="en-IN"/>
          </a:p>
        </p:txBody>
      </p:sp>
    </p:spTree>
    <p:extLst>
      <p:ext uri="{BB962C8B-B14F-4D97-AF65-F5344CB8AC3E}">
        <p14:creationId xmlns:p14="http://schemas.microsoft.com/office/powerpoint/2010/main" val="168791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2630</TotalTime>
  <Words>1666</Words>
  <Application>Microsoft Office PowerPoint</Application>
  <PresentationFormat>Widescreen</PresentationFormat>
  <Paragraphs>280</Paragraphs>
  <Slides>28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Office Theme</vt:lpstr>
      <vt:lpstr>Realistic and Lightweight Driver Drowsiness Detection  Using MobileNetV2 Features and Logistic Regression with Noise-Robust Learning </vt:lpstr>
      <vt:lpstr>PowerPoint Presentation</vt:lpstr>
      <vt:lpstr>OUTLINE</vt:lpstr>
      <vt:lpstr>ABSTRACT</vt:lpstr>
      <vt:lpstr>INTRODUCTION</vt:lpstr>
      <vt:lpstr>LITERATURE SURVEY</vt:lpstr>
      <vt:lpstr>RESEARCH GAPS</vt:lpstr>
      <vt:lpstr>PROBLEM STATEMENT</vt:lpstr>
      <vt:lpstr>OBJECTIVES</vt:lpstr>
      <vt:lpstr>BLOCK DIAGRAM OR FLOW DIAGRAM</vt:lpstr>
      <vt:lpstr>METHODOLOGY</vt:lpstr>
      <vt:lpstr>            Dataset Collection</vt:lpstr>
      <vt:lpstr>  Preprocessing Pipeline </vt:lpstr>
      <vt:lpstr>Noise Handling Strategy </vt:lpstr>
      <vt:lpstr>Feature Extraction with MobileNetV2 </vt:lpstr>
      <vt:lpstr>Classification Using Logistic Regression</vt:lpstr>
      <vt:lpstr>Training &amp; Validation Setup </vt:lpstr>
      <vt:lpstr>Evaluation Strategy  </vt:lpstr>
      <vt:lpstr>IMPLEMENTATION</vt:lpstr>
      <vt:lpstr>RESULTS &amp; ANALYSIS</vt:lpstr>
      <vt:lpstr>PowerPoint Presentation</vt:lpstr>
      <vt:lpstr>C.Logistic Regression Classification Output</vt:lpstr>
      <vt:lpstr>PowerPoint Presentation</vt:lpstr>
      <vt:lpstr>PowerPoint Presentation</vt:lpstr>
      <vt:lpstr>CONCLUSION and FUTURE SCOPE</vt:lpstr>
      <vt:lpstr>REFERENCES</vt:lpstr>
      <vt:lpstr>QUESTIONS and ANSWERS</vt:lpstr>
      <vt:lpstr>ACKNOWLEGEMENTS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admin</dc:creator>
  <cp:lastModifiedBy>MOGHAL BABAR</cp:lastModifiedBy>
  <cp:revision>23</cp:revision>
  <dcterms:created xsi:type="dcterms:W3CDTF">2023-12-22T11:34:02Z</dcterms:created>
  <dcterms:modified xsi:type="dcterms:W3CDTF">2025-12-18T14:19:45Z</dcterms:modified>
</cp:coreProperties>
</file>